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6.png" ContentType="image/png"/>
  <Override PartName="/ppt/media/image2.png" ContentType="image/png"/>
  <Override PartName="/ppt/media/image3.png" ContentType="image/png"/>
  <Override PartName="/ppt/media/image4.png" ContentType="image/png"/>
  <Override PartName="/ppt/media/image5.png" ContentType="image/png"/>
  <Override PartName="/ppt/media/image7.png" ContentType="image/png"/>
  <Override PartName="/ppt/media/image8.png" ContentType="image/png"/>
  <Override PartName="/ppt/media/image9.png" ContentType="image/pn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_rels/notesSlide7.xml.rels" ContentType="application/vnd.openxmlformats-package.relationships+xml"/>
  <Override PartName="/ppt/notesSlides/_rels/notesSlide22.xml.rels" ContentType="application/vnd.openxmlformats-package.relationships+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6.xml.rels" ContentType="application/vnd.openxmlformats-package.relationships+xml"/>
  <Override PartName="/ppt/notesSlides/_rels/notesSlide10.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Aptos"/>
              </a:rPr>
              <a:t>Click to move the slide</a:t>
            </a:r>
            <a:endParaRPr b="0" lang="en-US" sz="1800" strike="noStrike" u="none">
              <a:solidFill>
                <a:schemeClr val="dk1"/>
              </a:solidFill>
              <a:effectLst/>
              <a:uFillTx/>
              <a:latin typeface="Aptos"/>
            </a:endParaRPr>
          </a:p>
        </p:txBody>
      </p:sp>
      <p:sp>
        <p:nvSpPr>
          <p:cNvPr id="5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6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61"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2"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3"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A2210662-EC34-468E-8606-00F4239C14E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sldImg"/>
          </p:nvPr>
        </p:nvSpPr>
        <p:spPr>
          <a:xfrm>
            <a:off x="685800" y="1143000"/>
            <a:ext cx="5486040" cy="3085920"/>
          </a:xfrm>
          <a:prstGeom prst="rect">
            <a:avLst/>
          </a:prstGeom>
          <a:ln w="0">
            <a:noFill/>
          </a:ln>
        </p:spPr>
      </p:sp>
      <p:sp>
        <p:nvSpPr>
          <p:cNvPr id="1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8"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858DCA9-CC90-4E78-AC4A-645F7AF395B1}"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sldImg"/>
          </p:nvPr>
        </p:nvSpPr>
        <p:spPr>
          <a:xfrm>
            <a:off x="685800" y="1143000"/>
            <a:ext cx="5486040" cy="3085920"/>
          </a:xfrm>
          <a:prstGeom prst="rect">
            <a:avLst/>
          </a:prstGeom>
          <a:ln w="0">
            <a:noFill/>
          </a:ln>
        </p:spPr>
      </p:sp>
      <p:sp>
        <p:nvSpPr>
          <p:cNvPr id="1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8127653-A7FF-45FD-9547-6DD644C1A6FD}"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sldImg"/>
          </p:nvPr>
        </p:nvSpPr>
        <p:spPr>
          <a:xfrm>
            <a:off x="685800" y="1143000"/>
            <a:ext cx="5486040" cy="3085920"/>
          </a:xfrm>
          <a:prstGeom prst="rect">
            <a:avLst/>
          </a:prstGeom>
          <a:ln w="0">
            <a:noFill/>
          </a:ln>
        </p:spPr>
      </p:sp>
      <p:sp>
        <p:nvSpPr>
          <p:cNvPr id="1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B549476-3686-4C47-A41F-FF175CD7770A}"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685800" y="1143000"/>
            <a:ext cx="5486040" cy="3085920"/>
          </a:xfrm>
          <a:prstGeom prst="rect">
            <a:avLst/>
          </a:prstGeom>
          <a:ln w="0">
            <a:noFill/>
          </a:ln>
        </p:spPr>
      </p:sp>
      <p:sp>
        <p:nvSpPr>
          <p:cNvPr id="1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7"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E6B8A3B-1920-410D-92BE-7927ECAF6186}"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685800" y="1143000"/>
            <a:ext cx="5486040" cy="3085920"/>
          </a:xfrm>
          <a:prstGeom prst="rect">
            <a:avLst/>
          </a:prstGeom>
          <a:ln w="0">
            <a:noFill/>
          </a:ln>
        </p:spPr>
      </p:sp>
      <p:sp>
        <p:nvSpPr>
          <p:cNvPr id="1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20"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2EAA8DF9-CB88-4D6B-A005-0A6C24781767}"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685800" y="1143000"/>
            <a:ext cx="5486040" cy="3085920"/>
          </a:xfrm>
          <a:prstGeom prst="rect">
            <a:avLst/>
          </a:prstGeom>
          <a:ln w="0">
            <a:noFill/>
          </a:ln>
        </p:spPr>
      </p:sp>
      <p:sp>
        <p:nvSpPr>
          <p:cNvPr id="1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23"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D945089-2009-466C-A518-F8D4DF5CD70E}"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685800" y="1143000"/>
            <a:ext cx="5486040" cy="3085920"/>
          </a:xfrm>
          <a:prstGeom prst="rect">
            <a:avLst/>
          </a:prstGeom>
          <a:ln w="0">
            <a:noFill/>
          </a:ln>
        </p:spPr>
      </p:sp>
      <p:sp>
        <p:nvSpPr>
          <p:cNvPr id="1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26"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413BCF67-F04F-4B1B-8E84-2D0D0DCAFD74}"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685800" y="1143000"/>
            <a:ext cx="5486040" cy="3085920"/>
          </a:xfrm>
          <a:prstGeom prst="rect">
            <a:avLst/>
          </a:prstGeom>
          <a:ln w="0">
            <a:noFill/>
          </a:ln>
        </p:spPr>
      </p:sp>
      <p:sp>
        <p:nvSpPr>
          <p:cNvPr id="1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29"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6CF95538-909D-48DC-8781-174EC3814260}"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685800" y="1143000"/>
            <a:ext cx="5486040" cy="3085920"/>
          </a:xfrm>
          <a:prstGeom prst="rect">
            <a:avLst/>
          </a:prstGeom>
          <a:ln w="0">
            <a:noFill/>
          </a:ln>
        </p:spPr>
      </p:sp>
      <p:sp>
        <p:nvSpPr>
          <p:cNvPr id="1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32" name="PlaceHolder 3"/>
          <p:cNvSpPr>
            <a:spLocks noGrp="1"/>
          </p:cNvSpPr>
          <p:nvPr>
            <p:ph type="sldNum" idx="4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BAD2BB6-05E6-483D-82B3-9C7D901B66F6}"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685800" y="1143000"/>
            <a:ext cx="5486040" cy="3085920"/>
          </a:xfrm>
          <a:prstGeom prst="rect">
            <a:avLst/>
          </a:prstGeom>
          <a:ln w="0">
            <a:noFill/>
          </a:ln>
        </p:spPr>
      </p:sp>
      <p:sp>
        <p:nvSpPr>
          <p:cNvPr id="1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35" name="PlaceHolder 3"/>
          <p:cNvSpPr>
            <a:spLocks noGrp="1"/>
          </p:cNvSpPr>
          <p:nvPr>
            <p:ph type="sldNum" idx="4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42138AC-38EC-4218-A8BF-C7DC07C1ADA8}"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685800" y="1143000"/>
            <a:ext cx="5486040" cy="3085920"/>
          </a:xfrm>
          <a:prstGeom prst="rect">
            <a:avLst/>
          </a:prstGeom>
          <a:ln w="0">
            <a:noFill/>
          </a:ln>
        </p:spPr>
      </p:sp>
      <p:sp>
        <p:nvSpPr>
          <p:cNvPr id="1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38" name="PlaceHolder 3"/>
          <p:cNvSpPr>
            <a:spLocks noGrp="1"/>
          </p:cNvSpPr>
          <p:nvPr>
            <p:ph type="sldNum" idx="4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58E4EC6B-F6A1-4212-B443-A75A93881391}"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685800" y="1143000"/>
            <a:ext cx="5486040" cy="3085920"/>
          </a:xfrm>
          <a:prstGeom prst="rect">
            <a:avLst/>
          </a:prstGeom>
          <a:ln w="0">
            <a:noFill/>
          </a:ln>
        </p:spPr>
      </p:sp>
      <p:sp>
        <p:nvSpPr>
          <p:cNvPr id="1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41" name="PlaceHolder 3"/>
          <p:cNvSpPr>
            <a:spLocks noGrp="1"/>
          </p:cNvSpPr>
          <p:nvPr>
            <p:ph type="sldNum" idx="4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F3DEDED0-B8B7-4039-860C-F1840178DBD6}"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685800" y="1143000"/>
            <a:ext cx="5486040" cy="3085920"/>
          </a:xfrm>
          <a:prstGeom prst="rect">
            <a:avLst/>
          </a:prstGeom>
          <a:ln w="0">
            <a:noFill/>
          </a:ln>
        </p:spPr>
      </p:sp>
      <p:sp>
        <p:nvSpPr>
          <p:cNvPr id="1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44" name="PlaceHolder 3"/>
          <p:cNvSpPr>
            <a:spLocks noGrp="1"/>
          </p:cNvSpPr>
          <p:nvPr>
            <p:ph type="sldNum" idx="4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2A7DE386-B037-4785-904D-4BD579F453AA}"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685800" y="1143000"/>
            <a:ext cx="5486040" cy="3085920"/>
          </a:xfrm>
          <a:prstGeom prst="rect">
            <a:avLst/>
          </a:prstGeom>
          <a:ln w="0">
            <a:noFill/>
          </a:ln>
        </p:spPr>
      </p:sp>
      <p:sp>
        <p:nvSpPr>
          <p:cNvPr id="1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47" name="PlaceHolder 3"/>
          <p:cNvSpPr>
            <a:spLocks noGrp="1"/>
          </p:cNvSpPr>
          <p:nvPr>
            <p:ph type="sldNum" idx="5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B638AC9-F990-4EED-A759-EEABAE4F359E}"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685800" y="1143000"/>
            <a:ext cx="5486040" cy="3085920"/>
          </a:xfrm>
          <a:prstGeom prst="rect">
            <a:avLst/>
          </a:prstGeom>
          <a:ln w="0">
            <a:noFill/>
          </a:ln>
        </p:spPr>
      </p:sp>
      <p:sp>
        <p:nvSpPr>
          <p:cNvPr id="1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50" name="PlaceHolder 3"/>
          <p:cNvSpPr>
            <a:spLocks noGrp="1"/>
          </p:cNvSpPr>
          <p:nvPr>
            <p:ph type="sldNum" idx="5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C08A3D49-DB12-496E-967D-FE7366E2355E}"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685800" y="1143000"/>
            <a:ext cx="5486040" cy="3085920"/>
          </a:xfrm>
          <a:prstGeom prst="rect">
            <a:avLst/>
          </a:prstGeom>
          <a:ln w="0">
            <a:noFill/>
          </a:ln>
        </p:spPr>
      </p:sp>
      <p:sp>
        <p:nvSpPr>
          <p:cNvPr id="1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53"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802C93F-DB07-4DC1-8E9B-85650F97F52B}"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685800" y="1143000"/>
            <a:ext cx="5486040" cy="3085920"/>
          </a:xfrm>
          <a:prstGeom prst="rect">
            <a:avLst/>
          </a:prstGeom>
          <a:ln w="0">
            <a:noFill/>
          </a:ln>
        </p:spPr>
      </p:sp>
      <p:sp>
        <p:nvSpPr>
          <p:cNvPr id="15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56" name="PlaceHolder 3"/>
          <p:cNvSpPr>
            <a:spLocks noGrp="1"/>
          </p:cNvSpPr>
          <p:nvPr>
            <p:ph type="sldNum" idx="5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2851EBCD-5CF1-4148-9AFA-650C698E656E}"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685800" y="1143000"/>
            <a:ext cx="5486040" cy="3085920"/>
          </a:xfrm>
          <a:prstGeom prst="rect">
            <a:avLst/>
          </a:prstGeom>
          <a:ln w="0">
            <a:noFill/>
          </a:ln>
        </p:spPr>
      </p:sp>
      <p:sp>
        <p:nvSpPr>
          <p:cNvPr id="15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59" name="PlaceHolder 3"/>
          <p:cNvSpPr>
            <a:spLocks noGrp="1"/>
          </p:cNvSpPr>
          <p:nvPr>
            <p:ph type="sldNum" idx="5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587706AB-1C1E-4A56-A7F8-61A83D50EEAA}"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685800" y="1143000"/>
            <a:ext cx="5486040" cy="3085920"/>
          </a:xfrm>
          <a:prstGeom prst="rect">
            <a:avLst/>
          </a:prstGeom>
          <a:ln w="0">
            <a:noFill/>
          </a:ln>
        </p:spPr>
      </p:sp>
      <p:sp>
        <p:nvSpPr>
          <p:cNvPr id="16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62" name="PlaceHolder 3"/>
          <p:cNvSpPr>
            <a:spLocks noGrp="1"/>
          </p:cNvSpPr>
          <p:nvPr>
            <p:ph type="sldNum" idx="5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C1502E22-7928-4AE5-B8E7-23C3882CDE1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6040" cy="3085920"/>
          </a:xfrm>
          <a:prstGeom prst="rect">
            <a:avLst/>
          </a:prstGeom>
          <a:ln w="0">
            <a:noFill/>
          </a:ln>
        </p:spPr>
      </p:sp>
      <p:sp>
        <p:nvSpPr>
          <p:cNvPr id="16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65" name="PlaceHolder 3"/>
          <p:cNvSpPr>
            <a:spLocks noGrp="1"/>
          </p:cNvSpPr>
          <p:nvPr>
            <p:ph type="sldNum" idx="5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1972820-0259-44F1-B1B5-354DCA902BB9}"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6040" cy="3085920"/>
          </a:xfrm>
          <a:prstGeom prst="rect">
            <a:avLst/>
          </a:prstGeom>
          <a:ln w="0">
            <a:noFill/>
          </a:ln>
        </p:spPr>
      </p:sp>
      <p:sp>
        <p:nvSpPr>
          <p:cNvPr id="16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68" name="PlaceHolder 3"/>
          <p:cNvSpPr>
            <a:spLocks noGrp="1"/>
          </p:cNvSpPr>
          <p:nvPr>
            <p:ph type="sldNum" idx="5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035E43CA-4F9D-472D-BCBD-F368752AD271}"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000018"/>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trike="noStrike" u="none">
                <a:solidFill>
                  <a:schemeClr val="lt1"/>
                </a:solidFill>
                <a:effectLst/>
                <a:uFillTx/>
                <a:latin typeface="Aptos Display"/>
              </a:rPr>
              <a:t>Click to edit Master title style</a:t>
            </a:r>
            <a:endParaRPr b="0" lang="en-US" sz="6000" strike="noStrike" u="none">
              <a:solidFill>
                <a:schemeClr val="dk1"/>
              </a:solidFill>
              <a:effectLst/>
              <a:uFillTx/>
              <a:latin typeface="Aptos"/>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CF182B75-A48D-4861-8B6E-C3AE1F21FDED}"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trike="noStrike" u="none">
                <a:solidFill>
                  <a:schemeClr val="dk1"/>
                </a:solidFill>
                <a:effectLst/>
                <a:uFillTx/>
                <a:latin typeface="Aptos"/>
              </a:rPr>
              <a:t>Click to edit the outline text format</a:t>
            </a:r>
            <a:endParaRPr b="0" lang="en-US" sz="2800" strike="noStrike" u="none">
              <a:solidFill>
                <a:schemeClr val="dk1"/>
              </a:solidFill>
              <a:effectLst/>
              <a:uFillTx/>
              <a:latin typeface="Aptos"/>
            </a:endParaRPr>
          </a:p>
          <a:p>
            <a:pPr lvl="1" marL="864000" indent="-324000">
              <a:lnSpc>
                <a:spcPct val="90000"/>
              </a:lnSpc>
              <a:spcBef>
                <a:spcPts val="1134"/>
              </a:spcBef>
              <a:buClr>
                <a:srgbClr val="ffffff"/>
              </a:buClr>
              <a:buSzPct val="75000"/>
              <a:buFont typeface="Symbol" charset="2"/>
              <a:buChar char=""/>
            </a:pPr>
            <a:r>
              <a:rPr b="0" lang="en-US" sz="2000" strike="noStrike" u="none">
                <a:solidFill>
                  <a:schemeClr val="dk1"/>
                </a:solidFill>
                <a:effectLst/>
                <a:uFillTx/>
                <a:latin typeface="Aptos"/>
              </a:rPr>
              <a:t>Second Outline Level</a:t>
            </a:r>
            <a:endParaRPr b="0" lang="en-US" sz="2000" strike="noStrike" u="none">
              <a:solidFill>
                <a:schemeClr val="dk1"/>
              </a:solidFill>
              <a:effectLst/>
              <a:uFillTx/>
              <a:latin typeface="Aptos"/>
            </a:endParaRPr>
          </a:p>
          <a:p>
            <a:pPr lvl="2" marL="1296000" indent="-288000">
              <a:lnSpc>
                <a:spcPct val="90000"/>
              </a:lnSpc>
              <a:spcBef>
                <a:spcPts val="850"/>
              </a:spcBef>
              <a:buClr>
                <a:srgbClr val="ffffff"/>
              </a:buClr>
              <a:buSzPct val="45000"/>
              <a:buFont typeface="Wingdings" charset="2"/>
              <a:buChar char=""/>
            </a:pPr>
            <a:r>
              <a:rPr b="0" lang="en-US" sz="1800" strike="noStrike" u="none">
                <a:solidFill>
                  <a:schemeClr val="dk1"/>
                </a:solidFill>
                <a:effectLst/>
                <a:uFillTx/>
                <a:latin typeface="Aptos"/>
              </a:rPr>
              <a:t>Third Outline Level</a:t>
            </a:r>
            <a:endParaRPr b="0" lang="en-US" sz="1800" strike="noStrike" u="none">
              <a:solidFill>
                <a:schemeClr val="dk1"/>
              </a:solidFill>
              <a:effectLst/>
              <a:uFillTx/>
              <a:latin typeface="Aptos"/>
            </a:endParaRPr>
          </a:p>
          <a:p>
            <a:pPr lvl="3" marL="1728000" indent="-216000">
              <a:lnSpc>
                <a:spcPct val="90000"/>
              </a:lnSpc>
              <a:spcBef>
                <a:spcPts val="567"/>
              </a:spcBef>
              <a:buClr>
                <a:srgbClr val="ffffff"/>
              </a:buClr>
              <a:buSzPct val="75000"/>
              <a:buFont typeface="Symbol" charset="2"/>
              <a:buChar char=""/>
            </a:pPr>
            <a:r>
              <a:rPr b="0" lang="en-US" sz="1800" strike="noStrike" u="none">
                <a:solidFill>
                  <a:schemeClr val="dk1"/>
                </a:solidFill>
                <a:effectLst/>
                <a:uFillTx/>
                <a:latin typeface="Aptos"/>
              </a:rPr>
              <a:t>Fourth Outline Level</a:t>
            </a:r>
            <a:endParaRPr b="0" lang="en-US" sz="1800" strike="noStrike" u="none">
              <a:solidFill>
                <a:schemeClr val="dk1"/>
              </a:solidFill>
              <a:effectLst/>
              <a:uFillTx/>
              <a:latin typeface="Aptos"/>
            </a:endParaRPr>
          </a:p>
          <a:p>
            <a:pPr lvl="4" marL="2160000" indent="-216000">
              <a:lnSpc>
                <a:spcPct val="90000"/>
              </a:lnSpc>
              <a:spcBef>
                <a:spcPts val="283"/>
              </a:spcBef>
              <a:buClr>
                <a:srgbClr val="ffffff"/>
              </a:buClr>
              <a:buSzPct val="45000"/>
              <a:buFont typeface="Wingdings" charset="2"/>
              <a:buChar char=""/>
            </a:pPr>
            <a:r>
              <a:rPr b="0" lang="en-US" sz="2000" strike="noStrike" u="none">
                <a:solidFill>
                  <a:schemeClr val="dk1"/>
                </a:solidFill>
                <a:effectLst/>
                <a:uFillTx/>
                <a:latin typeface="Aptos"/>
              </a:rPr>
              <a:t>Fifth Outline Level</a:t>
            </a:r>
            <a:endParaRPr b="0" lang="en-US" sz="2000" strike="noStrike" u="none">
              <a:solidFill>
                <a:schemeClr val="dk1"/>
              </a:solidFill>
              <a:effectLst/>
              <a:uFillTx/>
              <a:latin typeface="Aptos"/>
            </a:endParaRPr>
          </a:p>
          <a:p>
            <a:pPr lvl="5" marL="2592000" indent="-216000">
              <a:lnSpc>
                <a:spcPct val="90000"/>
              </a:lnSpc>
              <a:spcBef>
                <a:spcPts val="283"/>
              </a:spcBef>
              <a:buClr>
                <a:srgbClr val="ffffff"/>
              </a:buClr>
              <a:buSzPct val="45000"/>
              <a:buFont typeface="Wingdings" charset="2"/>
              <a:buChar char=""/>
            </a:pPr>
            <a:r>
              <a:rPr b="0" lang="en-US" sz="2000" strike="noStrike" u="none">
                <a:solidFill>
                  <a:schemeClr val="dk1"/>
                </a:solidFill>
                <a:effectLst/>
                <a:uFillTx/>
                <a:latin typeface="Aptos"/>
              </a:rPr>
              <a:t>Sixth Outline Level</a:t>
            </a:r>
            <a:endParaRPr b="0" lang="en-US" sz="2000" strike="noStrike" u="none">
              <a:solidFill>
                <a:schemeClr val="dk1"/>
              </a:solidFill>
              <a:effectLst/>
              <a:uFillTx/>
              <a:latin typeface="Aptos"/>
            </a:endParaRPr>
          </a:p>
          <a:p>
            <a:pPr lvl="6" marL="3024000" indent="-216000">
              <a:lnSpc>
                <a:spcPct val="90000"/>
              </a:lnSpc>
              <a:spcBef>
                <a:spcPts val="283"/>
              </a:spcBef>
              <a:buClr>
                <a:srgbClr val="ffffff"/>
              </a:buClr>
              <a:buSzPct val="45000"/>
              <a:buFont typeface="Wingdings" charset="2"/>
              <a:buChar char=""/>
            </a:pPr>
            <a:r>
              <a:rPr b="0" lang="en-US" sz="2000" strike="noStrike" u="none">
                <a:solidFill>
                  <a:schemeClr val="dk1"/>
                </a:solidFill>
                <a:effectLst/>
                <a:uFillTx/>
                <a:latin typeface="Aptos"/>
              </a:rPr>
              <a:t>Seventh Outline Level</a:t>
            </a:r>
            <a:endParaRPr b="0" lang="en-US" sz="2000" strike="noStrike" u="non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000018"/>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lt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6"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indent="0" defTabSz="914400">
              <a:lnSpc>
                <a:spcPct val="90000"/>
              </a:lnSpc>
              <a:spcBef>
                <a:spcPts val="1001"/>
              </a:spcBef>
              <a:buNone/>
              <a:tabLst>
                <a:tab algn="l" pos="0"/>
              </a:tabLst>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7"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8"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9"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853EB2DA-C47C-4913-9550-4AA875A6EC4D}"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000018"/>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en-US" sz="4400" strike="noStrike" u="none">
                <a:solidFill>
                  <a:schemeClr val="lt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11"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indent="0" defTabSz="914400">
              <a:lnSpc>
                <a:spcPct val="90000"/>
              </a:lnSpc>
              <a:spcBef>
                <a:spcPts val="1001"/>
              </a:spcBef>
              <a:buNone/>
              <a:tabLst>
                <a:tab algn="l" pos="0"/>
              </a:tabLst>
            </a:pPr>
            <a:r>
              <a:rPr b="0" lang="en-US" sz="2800" strike="noStrike" u="none">
                <a:solidFill>
                  <a:schemeClr val="lt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ffffff"/>
              </a:buClr>
              <a:buFont typeface="Arial"/>
              <a:buChar char="•"/>
              <a:tabLst>
                <a:tab algn="l" pos="0"/>
              </a:tabLst>
            </a:pPr>
            <a:r>
              <a:rPr b="0" lang="en-US" sz="2400" strike="noStrike" u="none">
                <a:solidFill>
                  <a:schemeClr val="lt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ffffff"/>
              </a:buClr>
              <a:buFont typeface="Arial"/>
              <a:buChar char="•"/>
              <a:tabLst>
                <a:tab algn="l" pos="0"/>
              </a:tabLst>
            </a:pPr>
            <a:r>
              <a:rPr b="0" lang="en-US" sz="2000" strike="noStrike" u="none">
                <a:solidFill>
                  <a:schemeClr val="lt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ffffff"/>
              </a:buClr>
              <a:buFont typeface="Arial"/>
              <a:buChar char="•"/>
              <a:tabLst>
                <a:tab algn="l" pos="0"/>
              </a:tabLst>
            </a:pPr>
            <a:r>
              <a:rPr b="0" lang="en-US" sz="1800" strike="noStrike" u="none">
                <a:solidFill>
                  <a:schemeClr val="lt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ffffff"/>
              </a:buClr>
              <a:buFont typeface="Arial"/>
              <a:buChar char="•"/>
              <a:tabLst>
                <a:tab algn="l" pos="0"/>
              </a:tabLst>
            </a:pPr>
            <a:r>
              <a:rPr b="0" lang="en-US" sz="1800" strike="noStrike" u="none">
                <a:solidFill>
                  <a:schemeClr val="lt1"/>
                </a:solidFill>
                <a:effectLst/>
                <a:uFillTx/>
                <a:latin typeface="Aptos"/>
              </a:rPr>
              <a:t>Fifth level</a:t>
            </a:r>
            <a:endParaRPr b="0" lang="en-US" sz="1800" strike="noStrike" u="none">
              <a:solidFill>
                <a:schemeClr val="dk1"/>
              </a:solidFill>
              <a:effectLst/>
              <a:uFillTx/>
              <a:latin typeface="Aptos"/>
            </a:endParaRPr>
          </a:p>
        </p:txBody>
      </p:sp>
      <p:sp>
        <p:nvSpPr>
          <p:cNvPr id="12"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13"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14"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2051C421-C3AD-4B9A-B19E-CE8F1F61160E}"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000018"/>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lt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16"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17"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18"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19"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CF684FC1-4AF5-4231-BEF9-A8A1F78F3D53}"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000018"/>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en-US" sz="6000" strike="noStrike" u="none">
                <a:solidFill>
                  <a:schemeClr val="lt1"/>
                </a:solidFill>
                <a:effectLst/>
                <a:uFillTx/>
                <a:latin typeface="Aptos Display"/>
              </a:rPr>
              <a:t>Click to edit Master title style</a:t>
            </a:r>
            <a:endParaRPr b="0" lang="en-US" sz="6000" strike="noStrike" u="none">
              <a:solidFill>
                <a:schemeClr val="dk1"/>
              </a:solidFill>
              <a:effectLst/>
              <a:uFillTx/>
              <a:latin typeface="Aptos"/>
            </a:endParaRPr>
          </a:p>
        </p:txBody>
      </p:sp>
      <p:sp>
        <p:nvSpPr>
          <p:cNvPr id="21"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trike="noStrike" u="none">
                <a:solidFill>
                  <a:schemeClr val="dk1">
                    <a:tint val="82000"/>
                  </a:schemeClr>
                </a:solidFill>
                <a:effectLst/>
                <a:uFillTx/>
                <a:latin typeface="Aptos"/>
              </a:rPr>
              <a:t>Click to edit Master text styles</a:t>
            </a:r>
            <a:endParaRPr b="0" lang="en-US" sz="2400" strike="noStrike" u="none">
              <a:solidFill>
                <a:schemeClr val="dk1"/>
              </a:solidFill>
              <a:effectLst/>
              <a:uFillTx/>
              <a:latin typeface="Aptos"/>
            </a:endParaRPr>
          </a:p>
        </p:txBody>
      </p:sp>
      <p:sp>
        <p:nvSpPr>
          <p:cNvPr id="22"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23"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24"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3B0D9CDC-78E1-4969-9018-1CC736CB848F}"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000018"/>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lt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26"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27"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28"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29"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30"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B8D2B98F-F6AE-4A94-B57F-EF01DA9D860F}"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000018"/>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lt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32"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Aptos"/>
              </a:rPr>
              <a:t>Click to edit Master text styles</a:t>
            </a:r>
            <a:endParaRPr b="0" lang="en-US" sz="2400" strike="noStrike" u="none">
              <a:solidFill>
                <a:schemeClr val="dk1"/>
              </a:solidFill>
              <a:effectLst/>
              <a:uFillTx/>
              <a:latin typeface="Aptos"/>
            </a:endParaRPr>
          </a:p>
        </p:txBody>
      </p:sp>
      <p:sp>
        <p:nvSpPr>
          <p:cNvPr id="33"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34"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Aptos"/>
              </a:rPr>
              <a:t>Click to edit Master text styles</a:t>
            </a:r>
            <a:endParaRPr b="0" lang="en-US" sz="2400" strike="noStrike" u="none">
              <a:solidFill>
                <a:schemeClr val="dk1"/>
              </a:solidFill>
              <a:effectLst/>
              <a:uFillTx/>
              <a:latin typeface="Aptos"/>
            </a:endParaRPr>
          </a:p>
        </p:txBody>
      </p:sp>
      <p:sp>
        <p:nvSpPr>
          <p:cNvPr id="35"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800" strike="noStrike" u="none">
                <a:solidFill>
                  <a:schemeClr val="dk1"/>
                </a:solidFill>
                <a:effectLst/>
                <a:uFillTx/>
                <a:latin typeface="Aptos"/>
              </a:rPr>
              <a:t>Click to edit Master text styles</a:t>
            </a:r>
            <a:endParaRPr b="0" lang="en-US" sz="28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Aptos"/>
              </a:rPr>
              <a:t>Second level</a:t>
            </a:r>
            <a:endParaRPr b="0" lang="en-US" sz="24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Aptos"/>
              </a:rPr>
              <a:t>Third level</a:t>
            </a:r>
            <a:endParaRPr b="0" lang="en-US" sz="20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Fourth level</a:t>
            </a:r>
            <a:endParaRPr b="0" lang="en-US" sz="18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tabLst>
                <a:tab algn="l" pos="0"/>
              </a:tabLst>
            </a:pPr>
            <a:r>
              <a:rPr b="0" lang="en-US" sz="1800" strike="noStrike" u="none">
                <a:solidFill>
                  <a:schemeClr val="dk1"/>
                </a:solidFill>
                <a:effectLst/>
                <a:uFillTx/>
                <a:latin typeface="Aptos"/>
              </a:rPr>
              <a:t>Fifth level</a:t>
            </a:r>
            <a:endParaRPr b="0" lang="en-US" sz="1800" strike="noStrike" u="none">
              <a:solidFill>
                <a:schemeClr val="dk1"/>
              </a:solidFill>
              <a:effectLst/>
              <a:uFillTx/>
              <a:latin typeface="Aptos"/>
            </a:endParaRPr>
          </a:p>
        </p:txBody>
      </p:sp>
      <p:sp>
        <p:nvSpPr>
          <p:cNvPr id="36"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37"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38"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2FA1354D-8CEC-4604-B19B-4B0689B38394}"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000018"/>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lt1"/>
                </a:solidFill>
                <a:effectLst/>
                <a:uFillTx/>
                <a:latin typeface="Aptos Display"/>
              </a:rPr>
              <a:t>Click to edit Master title style</a:t>
            </a:r>
            <a:endParaRPr b="0" lang="en-US" sz="4400" strike="noStrike" u="none">
              <a:solidFill>
                <a:schemeClr val="dk1"/>
              </a:solidFill>
              <a:effectLst/>
              <a:uFillTx/>
              <a:latin typeface="Aptos"/>
            </a:endParaRPr>
          </a:p>
        </p:txBody>
      </p:sp>
      <p:sp>
        <p:nvSpPr>
          <p:cNvPr id="40"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41"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42"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4A6DFBDF-36C7-4DC5-B412-D90BE7641686}"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000018"/>
        </a:solidFill>
      </p:bgPr>
    </p:bg>
    <p:spTree>
      <p:nvGrpSpPr>
        <p:cNvPr id="1" name=""/>
        <p:cNvGrpSpPr/>
        <p:nvPr/>
      </p:nvGrpSpPr>
      <p:grpSpPr>
        <a:xfrm>
          <a:off x="0" y="0"/>
          <a:ext cx="0" cy="0"/>
          <a:chOff x="0" y="0"/>
          <a:chExt cx="0" cy="0"/>
        </a:xfrm>
      </p:grpSpPr>
      <p:sp>
        <p:nvSpPr>
          <p:cNvPr id="43"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44"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45"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1146D5FA-D561-46CF-8E32-E6DD323A6DCD}"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000018"/>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trike="noStrike" u="none">
                <a:solidFill>
                  <a:schemeClr val="lt1"/>
                </a:solidFill>
                <a:effectLst/>
                <a:uFillTx/>
                <a:latin typeface="Aptos Display"/>
              </a:rPr>
              <a:t>Click to edit Master title style</a:t>
            </a:r>
            <a:endParaRPr b="0" lang="en-US" sz="3200" strike="noStrike" u="none">
              <a:solidFill>
                <a:schemeClr val="dk1"/>
              </a:solidFill>
              <a:effectLst/>
              <a:uFillTx/>
              <a:latin typeface="Aptos"/>
            </a:endParaRPr>
          </a:p>
        </p:txBody>
      </p:sp>
      <p:sp>
        <p:nvSpPr>
          <p:cNvPr id="47"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3200" strike="noStrike" u="none">
                <a:solidFill>
                  <a:schemeClr val="dk1"/>
                </a:solidFill>
                <a:effectLst/>
                <a:uFillTx/>
                <a:latin typeface="Aptos"/>
              </a:rPr>
              <a:t>Click to edit Master text styles</a:t>
            </a:r>
            <a:endParaRPr b="0" lang="en-US" sz="3200" strike="noStrike" u="none">
              <a:solidFill>
                <a:schemeClr val="dk1"/>
              </a:solidFill>
              <a:effectLst/>
              <a:uFillTx/>
              <a:latin typeface="Aptos"/>
            </a:endParaRPr>
          </a:p>
          <a:p>
            <a:pPr lvl="1" marL="685800" indent="-228600" defTabSz="914400">
              <a:lnSpc>
                <a:spcPct val="90000"/>
              </a:lnSpc>
              <a:spcBef>
                <a:spcPts val="499"/>
              </a:spcBef>
              <a:buClr>
                <a:srgbClr val="000000"/>
              </a:buClr>
              <a:buFont typeface="Arial"/>
              <a:buChar char="•"/>
              <a:tabLst>
                <a:tab algn="l" pos="0"/>
              </a:tabLst>
            </a:pPr>
            <a:r>
              <a:rPr b="0" lang="en-US" sz="2800" strike="noStrike" u="none">
                <a:solidFill>
                  <a:schemeClr val="dk1"/>
                </a:solidFill>
                <a:effectLst/>
                <a:uFillTx/>
                <a:latin typeface="Aptos"/>
              </a:rPr>
              <a:t>Second level</a:t>
            </a:r>
            <a:endParaRPr b="0" lang="en-US" sz="2800" strike="noStrike" u="none">
              <a:solidFill>
                <a:schemeClr val="dk1"/>
              </a:solidFill>
              <a:effectLst/>
              <a:uFillTx/>
              <a:latin typeface="Aptos"/>
            </a:endParaRPr>
          </a:p>
          <a:p>
            <a:pPr lvl="2" marL="1143000" indent="-228600" defTabSz="914400">
              <a:lnSpc>
                <a:spcPct val="90000"/>
              </a:lnSpc>
              <a:spcBef>
                <a:spcPts val="499"/>
              </a:spcBef>
              <a:buClr>
                <a:srgbClr val="000000"/>
              </a:buClr>
              <a:buFont typeface="Arial"/>
              <a:buChar char="•"/>
              <a:tabLst>
                <a:tab algn="l" pos="0"/>
              </a:tabLst>
            </a:pPr>
            <a:r>
              <a:rPr b="0" lang="en-US" sz="2400" strike="noStrike" u="none">
                <a:solidFill>
                  <a:schemeClr val="dk1"/>
                </a:solidFill>
                <a:effectLst/>
                <a:uFillTx/>
                <a:latin typeface="Aptos"/>
              </a:rPr>
              <a:t>Third level</a:t>
            </a:r>
            <a:endParaRPr b="0" lang="en-US" sz="2400" strike="noStrike" u="none">
              <a:solidFill>
                <a:schemeClr val="dk1"/>
              </a:solidFill>
              <a:effectLst/>
              <a:uFillTx/>
              <a:latin typeface="Aptos"/>
            </a:endParaRPr>
          </a:p>
          <a:p>
            <a:pPr lvl="3" marL="16002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Aptos"/>
              </a:rPr>
              <a:t>Fourth level</a:t>
            </a:r>
            <a:endParaRPr b="0" lang="en-US" sz="2000" strike="noStrike" u="none">
              <a:solidFill>
                <a:schemeClr val="dk1"/>
              </a:solidFill>
              <a:effectLst/>
              <a:uFillTx/>
              <a:latin typeface="Aptos"/>
            </a:endParaRPr>
          </a:p>
          <a:p>
            <a:pPr lvl="4" marL="2057400" indent="-228600" defTabSz="914400">
              <a:lnSpc>
                <a:spcPct val="90000"/>
              </a:lnSpc>
              <a:spcBef>
                <a:spcPts val="499"/>
              </a:spcBef>
              <a:buClr>
                <a:srgbClr val="000000"/>
              </a:buClr>
              <a:buFont typeface="Arial"/>
              <a:buChar char="•"/>
              <a:tabLst>
                <a:tab algn="l" pos="0"/>
              </a:tabLst>
            </a:pPr>
            <a:r>
              <a:rPr b="0" lang="en-US" sz="2000" strike="noStrike" u="none">
                <a:solidFill>
                  <a:schemeClr val="dk1"/>
                </a:solidFill>
                <a:effectLst/>
                <a:uFillTx/>
                <a:latin typeface="Aptos"/>
              </a:rPr>
              <a:t>Fifth level</a:t>
            </a:r>
            <a:endParaRPr b="0" lang="en-US" sz="2000" strike="noStrike" u="none">
              <a:solidFill>
                <a:schemeClr val="dk1"/>
              </a:solidFill>
              <a:effectLst/>
              <a:uFillTx/>
              <a:latin typeface="Aptos"/>
            </a:endParaRPr>
          </a:p>
        </p:txBody>
      </p:sp>
      <p:sp>
        <p:nvSpPr>
          <p:cNvPr id="48"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Aptos"/>
              </a:rPr>
              <a:t>Click to edit Master text styles</a:t>
            </a:r>
            <a:endParaRPr b="0" lang="en-US" sz="1600" strike="noStrike" u="none">
              <a:solidFill>
                <a:schemeClr val="dk1"/>
              </a:solidFill>
              <a:effectLst/>
              <a:uFillTx/>
              <a:latin typeface="Aptos"/>
            </a:endParaRPr>
          </a:p>
        </p:txBody>
      </p:sp>
      <p:sp>
        <p:nvSpPr>
          <p:cNvPr id="49"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50"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51"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317F0BC9-9666-455D-ACE0-673BF1B97171}"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000018"/>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trike="noStrike" u="none">
                <a:solidFill>
                  <a:schemeClr val="lt1"/>
                </a:solidFill>
                <a:effectLst/>
                <a:uFillTx/>
                <a:latin typeface="Aptos Display"/>
              </a:rPr>
              <a:t>Click to edit Master title style</a:t>
            </a:r>
            <a:endParaRPr b="0" lang="en-US" sz="3200" strike="noStrike" u="none">
              <a:solidFill>
                <a:schemeClr val="dk1"/>
              </a:solidFill>
              <a:effectLst/>
              <a:uFillTx/>
              <a:latin typeface="Aptos"/>
            </a:endParaRPr>
          </a:p>
        </p:txBody>
      </p:sp>
      <p:sp>
        <p:nvSpPr>
          <p:cNvPr id="53"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en-US" sz="3200" strike="noStrike" u="none">
                <a:solidFill>
                  <a:schemeClr val="dk1"/>
                </a:solidFill>
                <a:effectLst/>
                <a:uFillTx/>
                <a:latin typeface="Aptos"/>
              </a:rPr>
              <a:t>Click to edit the outline text format</a:t>
            </a:r>
            <a:endParaRPr b="0" lang="en-US" sz="3200" strike="noStrike" u="none">
              <a:solidFill>
                <a:schemeClr val="dk1"/>
              </a:solidFill>
              <a:effectLst/>
              <a:uFillTx/>
              <a:latin typeface="Aptos"/>
            </a:endParaRPr>
          </a:p>
          <a:p>
            <a:pPr lvl="1" marL="864000" indent="-324000">
              <a:lnSpc>
                <a:spcPct val="90000"/>
              </a:lnSpc>
              <a:spcBef>
                <a:spcPts val="1134"/>
              </a:spcBef>
              <a:buClr>
                <a:srgbClr val="ffffff"/>
              </a:buClr>
              <a:buSzPct val="75000"/>
              <a:buFont typeface="Symbol" charset="2"/>
              <a:buChar char=""/>
            </a:pPr>
            <a:r>
              <a:rPr b="0" lang="en-US" sz="3200" strike="noStrike" u="none">
                <a:solidFill>
                  <a:schemeClr val="dk1"/>
                </a:solidFill>
                <a:effectLst/>
                <a:uFillTx/>
                <a:latin typeface="Aptos"/>
              </a:rPr>
              <a:t>Second Outline Level</a:t>
            </a:r>
            <a:endParaRPr b="0" lang="en-US" sz="3200" strike="noStrike" u="none">
              <a:solidFill>
                <a:schemeClr val="dk1"/>
              </a:solidFill>
              <a:effectLst/>
              <a:uFillTx/>
              <a:latin typeface="Aptos"/>
            </a:endParaRPr>
          </a:p>
          <a:p>
            <a:pPr lvl="2" marL="1296000" indent="-288000">
              <a:lnSpc>
                <a:spcPct val="90000"/>
              </a:lnSpc>
              <a:spcBef>
                <a:spcPts val="850"/>
              </a:spcBef>
              <a:buClr>
                <a:srgbClr val="ffffff"/>
              </a:buClr>
              <a:buSzPct val="45000"/>
              <a:buFont typeface="Wingdings" charset="2"/>
              <a:buChar char=""/>
            </a:pPr>
            <a:r>
              <a:rPr b="0" lang="en-US" sz="3200" strike="noStrike" u="none">
                <a:solidFill>
                  <a:schemeClr val="dk1"/>
                </a:solidFill>
                <a:effectLst/>
                <a:uFillTx/>
                <a:latin typeface="Aptos"/>
              </a:rPr>
              <a:t>Third Outline Level</a:t>
            </a:r>
            <a:endParaRPr b="0" lang="en-US" sz="3200" strike="noStrike" u="none">
              <a:solidFill>
                <a:schemeClr val="dk1"/>
              </a:solidFill>
              <a:effectLst/>
              <a:uFillTx/>
              <a:latin typeface="Aptos"/>
            </a:endParaRPr>
          </a:p>
          <a:p>
            <a:pPr lvl="3" marL="1728000" indent="-216000">
              <a:lnSpc>
                <a:spcPct val="90000"/>
              </a:lnSpc>
              <a:spcBef>
                <a:spcPts val="567"/>
              </a:spcBef>
              <a:buClr>
                <a:srgbClr val="ffffff"/>
              </a:buClr>
              <a:buSzPct val="75000"/>
              <a:buFont typeface="Symbol" charset="2"/>
              <a:buChar char=""/>
            </a:pPr>
            <a:r>
              <a:rPr b="0" lang="en-US" sz="3200" strike="noStrike" u="none">
                <a:solidFill>
                  <a:schemeClr val="dk1"/>
                </a:solidFill>
                <a:effectLst/>
                <a:uFillTx/>
                <a:latin typeface="Aptos"/>
              </a:rPr>
              <a:t>Fourth Outline Level</a:t>
            </a:r>
            <a:endParaRPr b="0" lang="en-US" sz="3200" strike="noStrike" u="none">
              <a:solidFill>
                <a:schemeClr val="dk1"/>
              </a:solidFill>
              <a:effectLst/>
              <a:uFillTx/>
              <a:latin typeface="Aptos"/>
            </a:endParaRPr>
          </a:p>
          <a:p>
            <a:pPr lvl="4" marL="2160000" indent="-216000">
              <a:lnSpc>
                <a:spcPct val="90000"/>
              </a:lnSpc>
              <a:spcBef>
                <a:spcPts val="283"/>
              </a:spcBef>
              <a:buClr>
                <a:srgbClr val="ffffff"/>
              </a:buClr>
              <a:buSzPct val="45000"/>
              <a:buFont typeface="Wingdings" charset="2"/>
              <a:buChar char=""/>
            </a:pPr>
            <a:r>
              <a:rPr b="0" lang="en-US" sz="3200" strike="noStrike" u="none">
                <a:solidFill>
                  <a:schemeClr val="dk1"/>
                </a:solidFill>
                <a:effectLst/>
                <a:uFillTx/>
                <a:latin typeface="Aptos"/>
              </a:rPr>
              <a:t>Fifth Outline Level</a:t>
            </a:r>
            <a:endParaRPr b="0" lang="en-US" sz="3200" strike="noStrike" u="none">
              <a:solidFill>
                <a:schemeClr val="dk1"/>
              </a:solidFill>
              <a:effectLst/>
              <a:uFillTx/>
              <a:latin typeface="Aptos"/>
            </a:endParaRPr>
          </a:p>
          <a:p>
            <a:pPr lvl="5" marL="2592000" indent="-216000">
              <a:lnSpc>
                <a:spcPct val="90000"/>
              </a:lnSpc>
              <a:spcBef>
                <a:spcPts val="283"/>
              </a:spcBef>
              <a:buClr>
                <a:srgbClr val="ffffff"/>
              </a:buClr>
              <a:buSzPct val="45000"/>
              <a:buFont typeface="Wingdings" charset="2"/>
              <a:buChar char=""/>
            </a:pPr>
            <a:r>
              <a:rPr b="0" lang="en-US" sz="3200" strike="noStrike" u="none">
                <a:solidFill>
                  <a:schemeClr val="dk1"/>
                </a:solidFill>
                <a:effectLst/>
                <a:uFillTx/>
                <a:latin typeface="Aptos"/>
              </a:rPr>
              <a:t>Sixth Outline Level</a:t>
            </a:r>
            <a:endParaRPr b="0" lang="en-US" sz="3200" strike="noStrike" u="none">
              <a:solidFill>
                <a:schemeClr val="dk1"/>
              </a:solidFill>
              <a:effectLst/>
              <a:uFillTx/>
              <a:latin typeface="Aptos"/>
            </a:endParaRPr>
          </a:p>
          <a:p>
            <a:pPr lvl="6" marL="3024000" indent="-216000">
              <a:lnSpc>
                <a:spcPct val="90000"/>
              </a:lnSpc>
              <a:spcBef>
                <a:spcPts val="283"/>
              </a:spcBef>
              <a:buClr>
                <a:srgbClr val="ffffff"/>
              </a:buClr>
              <a:buSzPct val="45000"/>
              <a:buFont typeface="Wingdings" charset="2"/>
              <a:buChar char=""/>
            </a:pPr>
            <a:r>
              <a:rPr b="0" lang="en-US" sz="3200" strike="noStrike" u="none">
                <a:solidFill>
                  <a:schemeClr val="dk1"/>
                </a:solidFill>
                <a:effectLst/>
                <a:uFillTx/>
                <a:latin typeface="Aptos"/>
              </a:rPr>
              <a:t>Seventh Outline Level</a:t>
            </a:r>
            <a:endParaRPr b="0" lang="en-US" sz="3200" strike="noStrike" u="none">
              <a:solidFill>
                <a:schemeClr val="dk1"/>
              </a:solidFill>
              <a:effectLst/>
              <a:uFillTx/>
              <a:latin typeface="Aptos"/>
            </a:endParaRPr>
          </a:p>
        </p:txBody>
      </p:sp>
      <p:sp>
        <p:nvSpPr>
          <p:cNvPr id="54"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Aptos"/>
              </a:rPr>
              <a:t>Click to edit Master text styles</a:t>
            </a:r>
            <a:endParaRPr b="0" lang="en-US" sz="1600" strike="noStrike" u="none">
              <a:solidFill>
                <a:schemeClr val="dk1"/>
              </a:solidFill>
              <a:effectLst/>
              <a:uFillTx/>
              <a:latin typeface="Aptos"/>
            </a:endParaRPr>
          </a:p>
        </p:txBody>
      </p:sp>
      <p:sp>
        <p:nvSpPr>
          <p:cNvPr id="55"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82000"/>
                  </a:schemeClr>
                </a:solidFill>
                <a:effectLst/>
                <a:uFillTx/>
                <a:latin typeface="Aptos"/>
              </a:defRPr>
            </a:lvl1pPr>
          </a:lstStyle>
          <a:p>
            <a:pPr indent="0" defTabSz="914400">
              <a:lnSpc>
                <a:spcPct val="100000"/>
              </a:lnSpc>
              <a:buNone/>
            </a:pPr>
            <a:r>
              <a:rPr b="0" lang="en-US" sz="1200" strike="noStrike" u="none">
                <a:solidFill>
                  <a:schemeClr val="dk1">
                    <a:tint val="82000"/>
                  </a:schemeClr>
                </a:solidFill>
                <a:effectLst/>
                <a:uFillTx/>
                <a:latin typeface="Aptos"/>
              </a:rPr>
              <a:t>&lt;date/time&gt;</a:t>
            </a:r>
            <a:endParaRPr b="0" lang="en-US" sz="1200" strike="noStrike" u="none">
              <a:solidFill>
                <a:srgbClr val="ffffff"/>
              </a:solidFill>
              <a:effectLst/>
              <a:uFillTx/>
              <a:latin typeface="Times New Roman"/>
            </a:endParaRPr>
          </a:p>
        </p:txBody>
      </p:sp>
      <p:sp>
        <p:nvSpPr>
          <p:cNvPr id="56"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ffffff"/>
                </a:solidFill>
                <a:effectLst/>
                <a:uFillTx/>
                <a:latin typeface="Times New Roman"/>
              </a:defRPr>
            </a:lvl1pPr>
          </a:lstStyle>
          <a:p>
            <a:pPr indent="0" algn="ctr">
              <a:buNone/>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57"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82000"/>
                  </a:schemeClr>
                </a:solidFill>
                <a:effectLst/>
                <a:uFillTx/>
                <a:latin typeface="Aptos"/>
              </a:defRPr>
            </a:lvl1pPr>
          </a:lstStyle>
          <a:p>
            <a:pPr indent="0" algn="r" defTabSz="914400">
              <a:lnSpc>
                <a:spcPct val="100000"/>
              </a:lnSpc>
              <a:buNone/>
            </a:pPr>
            <a:fld id="{5EA84DE9-17C9-4F2E-A979-8BE747475A40}" type="slidenum">
              <a:rPr b="0" lang="en-US" sz="1200" strike="noStrike" u="none">
                <a:solidFill>
                  <a:schemeClr val="dk1">
                    <a:tint val="82000"/>
                  </a:schemeClr>
                </a:solidFill>
                <a:effectLst/>
                <a:uFillTx/>
                <a:latin typeface="Aptos"/>
              </a:rPr>
              <a:t>&lt;number&gt;</a:t>
            </a:fld>
            <a:endParaRPr b="0" lang="en-US" sz="12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hyperlink" Target="http://127.0.0.1:5000/" TargetMode="External"/><Relationship Id="rId2" Type="http://schemas.openxmlformats.org/officeDocument/2006/relationships/hyperlink" Target="http://127.0.0.1:5000/" TargetMode="External"/><Relationship Id="rId3" Type="http://schemas.openxmlformats.org/officeDocument/2006/relationships/slideLayout" Target="../slideLayouts/slideLayout4.xml"/><Relationship Id="rId4"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64" name="Rectangle 65">
            <a:extLst>
              <a:ext uri="{C183D7F6-B498-43B3-948B-1728B52AA6E4}">
                <adec:decorative xmlns:adec="http://schemas.microsoft.com/office/drawing/2017/decorative" val="1"/>
              </a:ext>
            </a:extLst>
          </p:cNvPr>
          <p:cNvSpPr/>
          <p:nvPr/>
        </p:nvSpPr>
        <p:spPr>
          <a:xfrm>
            <a:off x="0" y="0"/>
            <a:ext cx="12191760" cy="6857640"/>
          </a:xfrm>
          <a:prstGeom prst="rect">
            <a:avLst/>
          </a:prstGeom>
          <a:ln w="12700">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ptos"/>
            </a:endParaRPr>
          </a:p>
        </p:txBody>
      </p:sp>
      <p:sp>
        <p:nvSpPr>
          <p:cNvPr id="65" name="Rectangle 67">
            <a:extLst>
              <a:ext uri="{C183D7F6-B498-43B3-948B-1728B52AA6E4}">
                <adec:decorative xmlns:adec="http://schemas.microsoft.com/office/drawing/2017/decorative" val="1"/>
              </a:ext>
            </a:extLst>
          </p:cNvPr>
          <p:cNvSpPr/>
          <p:nvPr/>
        </p:nvSpPr>
        <p:spPr>
          <a:xfrm flipH="1" rot="16200000">
            <a:off x="2666880" y="-2666160"/>
            <a:ext cx="6857640" cy="12191040"/>
          </a:xfrm>
          <a:prstGeom prst="rect">
            <a:avLst/>
          </a:prstGeom>
          <a:gradFill rotWithShape="0">
            <a:gsLst>
              <a:gs pos="8000">
                <a:srgbClr val="156082"/>
              </a:gs>
              <a:gs pos="100000">
                <a:srgbClr val="0b3041"/>
              </a:gs>
            </a:gsLst>
            <a:lin ang="15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ptos"/>
            </a:endParaRPr>
          </a:p>
        </p:txBody>
      </p:sp>
      <p:sp>
        <p:nvSpPr>
          <p:cNvPr id="66" name="Rectangle 69">
            <a:extLst>
              <a:ext uri="{C183D7F6-B498-43B3-948B-1728B52AA6E4}">
                <adec:decorative xmlns:adec="http://schemas.microsoft.com/office/drawing/2017/decorative" val="1"/>
              </a:ext>
            </a:extLst>
          </p:cNvPr>
          <p:cNvSpPr/>
          <p:nvPr/>
        </p:nvSpPr>
        <p:spPr>
          <a:xfrm flipH="1" rot="10800000">
            <a:off x="-2160" y="360"/>
            <a:ext cx="9070560" cy="6857280"/>
          </a:xfrm>
          <a:prstGeom prst="rect">
            <a:avLst/>
          </a:prstGeom>
          <a:gradFill rotWithShape="0">
            <a:gsLst>
              <a:gs pos="8000">
                <a:srgbClr val="000000">
                  <a:alpha val="52000"/>
                </a:srgbClr>
              </a:gs>
              <a:gs pos="100000">
                <a:srgbClr val="156082"/>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ptos"/>
            </a:endParaRPr>
          </a:p>
        </p:txBody>
      </p:sp>
      <p:sp>
        <p:nvSpPr>
          <p:cNvPr id="67" name="Rectangle 71">
            <a:extLst>
              <a:ext uri="{C183D7F6-B498-43B3-948B-1728B52AA6E4}">
                <adec:decorative xmlns:adec="http://schemas.microsoft.com/office/drawing/2017/decorative" val="1"/>
              </a:ext>
            </a:extLst>
          </p:cNvPr>
          <p:cNvSpPr/>
          <p:nvPr/>
        </p:nvSpPr>
        <p:spPr>
          <a:xfrm flipH="1" rot="16200000">
            <a:off x="3649680" y="-1685520"/>
            <a:ext cx="4894200" cy="12193200"/>
          </a:xfrm>
          <a:prstGeom prst="rect">
            <a:avLst/>
          </a:prstGeom>
          <a:gradFill rotWithShape="0">
            <a:gsLst>
              <a:gs pos="0">
                <a:srgbClr val="d86ecc">
                  <a:alpha val="0"/>
                </a:srgbClr>
              </a:gs>
              <a:gs pos="100000">
                <a:srgbClr val="000000">
                  <a:alpha val="46000"/>
                </a:srgbClr>
              </a:gs>
            </a:gsLst>
            <a:lin ang="4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ptos"/>
            </a:endParaRPr>
          </a:p>
        </p:txBody>
      </p:sp>
      <p:pic>
        <p:nvPicPr>
          <p:cNvPr id="68" name="Picture 6" descr="A brain with lines and dots&#10;&#10;AI-generated content may be incorrect."/>
          <p:cNvPicPr/>
          <p:nvPr/>
        </p:nvPicPr>
        <p:blipFill>
          <a:blip r:embed="rId1"/>
          <a:srcRect l="0" t="0" r="0" b="4178"/>
          <a:stretch/>
        </p:blipFill>
        <p:spPr>
          <a:xfrm>
            <a:off x="457200" y="457200"/>
            <a:ext cx="11277360" cy="59432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69" name="TextBox 3"/>
          <p:cNvSpPr/>
          <p:nvPr/>
        </p:nvSpPr>
        <p:spPr>
          <a:xfrm>
            <a:off x="783720" y="703440"/>
            <a:ext cx="4672080" cy="584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200" strike="noStrike" u="none">
                <a:solidFill>
                  <a:srgbClr val="f5d76e"/>
                </a:solidFill>
                <a:effectLst/>
                <a:uFillTx/>
                <a:latin typeface="Aptos"/>
              </a:rPr>
              <a:t>Problem Statement :</a:t>
            </a:r>
            <a:endParaRPr b="0" lang="en-US" sz="3200" strike="noStrike" u="none">
              <a:solidFill>
                <a:srgbClr val="ffffff"/>
              </a:solidFill>
              <a:effectLst/>
              <a:uFillTx/>
              <a:latin typeface="Arial"/>
            </a:endParaRPr>
          </a:p>
        </p:txBody>
      </p:sp>
      <p:sp>
        <p:nvSpPr>
          <p:cNvPr id="70" name="TextBox 6"/>
          <p:cNvSpPr/>
          <p:nvPr/>
        </p:nvSpPr>
        <p:spPr>
          <a:xfrm>
            <a:off x="783720" y="1477080"/>
            <a:ext cx="10721160" cy="507780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0" lang="en-US" sz="2400" strike="noStrike" u="none">
                <a:solidFill>
                  <a:schemeClr val="lt1"/>
                </a:solidFill>
                <a:effectLst/>
                <a:uFillTx/>
                <a:latin typeface="Aptos"/>
              </a:rPr>
              <a:t>A brain stroke occurs when the blood supply to part of the brain is interrupted or reduced, depriving brain tissue of oxygen and nutrients. Brain cells begin to die within minutes, leading to permanent brain damage, disability, or death.</a:t>
            </a:r>
            <a:endParaRPr b="0" lang="en-US" sz="2400" strike="noStrike" u="none">
              <a:solidFill>
                <a:srgbClr val="ffffff"/>
              </a:solidFill>
              <a:effectLst/>
              <a:uFillTx/>
              <a:latin typeface="Arial"/>
            </a:endParaRPr>
          </a:p>
          <a:p>
            <a:pPr defTabSz="914400">
              <a:lnSpc>
                <a:spcPct val="100000"/>
              </a:lnSpc>
            </a:pPr>
            <a:endParaRPr b="0" lang="en-US" sz="2400" strike="noStrike" u="none">
              <a:solidFill>
                <a:srgbClr val="ffffff"/>
              </a:solidFill>
              <a:effectLst/>
              <a:uFillTx/>
              <a:latin typeface="Arial"/>
            </a:endParaRPr>
          </a:p>
          <a:p>
            <a:pPr defTabSz="914400">
              <a:lnSpc>
                <a:spcPct val="100000"/>
              </a:lnSpc>
            </a:pPr>
            <a:r>
              <a:rPr b="0" lang="en-US" sz="2400" strike="noStrike" u="none">
                <a:solidFill>
                  <a:schemeClr val="lt1"/>
                </a:solidFill>
                <a:effectLst/>
                <a:uFillTx/>
                <a:latin typeface="Aptos"/>
              </a:rPr>
              <a:t>Key facts:</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Every 4 minutes, someone dies of stroke worldwide .</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More than 80% of strokes are preventable with early risk detection.</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Early detection and immediate treatment dramatically improve survival rates and reduce long-term disability.</a:t>
            </a:r>
            <a:endParaRPr b="0" lang="en-US" sz="2400" strike="noStrike" u="none">
              <a:solidFill>
                <a:srgbClr val="ffffff"/>
              </a:solidFill>
              <a:effectLst/>
              <a:uFillTx/>
              <a:latin typeface="Arial"/>
            </a:endParaRPr>
          </a:p>
          <a:p>
            <a:pPr defTabSz="914400">
              <a:lnSpc>
                <a:spcPct val="100000"/>
              </a:lnSpc>
            </a:pPr>
            <a:endParaRPr b="0" lang="en-US" sz="2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71" name="TextBox 4"/>
          <p:cNvSpPr/>
          <p:nvPr/>
        </p:nvSpPr>
        <p:spPr>
          <a:xfrm>
            <a:off x="401760" y="683280"/>
            <a:ext cx="11545200" cy="520920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1" lang="en-US" sz="2800" strike="noStrike" u="none">
                <a:solidFill>
                  <a:srgbClr val="f5d76e"/>
                </a:solidFill>
                <a:effectLst/>
                <a:uFillTx/>
                <a:latin typeface="Aptos"/>
              </a:rPr>
              <a:t>Current Challenge :</a:t>
            </a:r>
            <a:endParaRPr b="0" lang="en-US" sz="28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Traditional stroke risk assessment depends on clinical examination  after symptoms appear. These methods are reactive (not preventive), costly, and inaccessible in many primary care and rural settings.</a:t>
            </a:r>
            <a:endParaRPr b="0" lang="en-US" sz="2400" strike="noStrike" u="none">
              <a:solidFill>
                <a:srgbClr val="ffffff"/>
              </a:solidFill>
              <a:effectLst/>
              <a:uFillTx/>
              <a:latin typeface="Arial"/>
            </a:endParaRPr>
          </a:p>
          <a:p>
            <a:pPr defTabSz="914400">
              <a:lnSpc>
                <a:spcPct val="150000"/>
              </a:lnSpc>
            </a:pPr>
            <a:r>
              <a:rPr b="0" lang="en-US" sz="2800" strike="noStrike" u="none">
                <a:solidFill>
                  <a:srgbClr val="f5d76e"/>
                </a:solidFill>
                <a:effectLst/>
                <a:uFillTx/>
                <a:latin typeface="Aptos"/>
              </a:rPr>
              <a:t> </a:t>
            </a:r>
            <a:r>
              <a:rPr b="1" lang="en-US" sz="2800" strike="noStrike" u="none">
                <a:solidFill>
                  <a:srgbClr val="f5d76e"/>
                </a:solidFill>
                <a:effectLst/>
                <a:uFillTx/>
                <a:latin typeface="Aptos"/>
              </a:rPr>
              <a:t>Our Goal :</a:t>
            </a:r>
            <a:endParaRPr b="0" lang="en-US" sz="28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 Develop an accurate, low-cost machine learning model that predicts an individual’s stroke risk in advance using only routinely collected data (age, blood pressure, glucose level, BMI, smoking status, etc.), enabling early intervention and prevention before the stroke occurs.</a:t>
            </a:r>
            <a:endParaRPr b="0" lang="en-US" sz="2400" strike="noStrike" u="none">
              <a:solidFill>
                <a:srgbClr val="ffffff"/>
              </a:solidFill>
              <a:effectLst/>
              <a:uFillTx/>
              <a:latin typeface="Arial"/>
            </a:endParaRPr>
          </a:p>
        </p:txBody>
      </p:sp>
      <p:sp>
        <p:nvSpPr>
          <p:cNvPr id="72" name="TextBox 5"/>
          <p:cNvSpPr/>
          <p:nvPr/>
        </p:nvSpPr>
        <p:spPr>
          <a:xfrm>
            <a:off x="1266120" y="1235880"/>
            <a:ext cx="18432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endParaRPr b="0" lang="en-US" sz="1800" strike="noStrike" u="non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73" name="TextBox 3"/>
          <p:cNvSpPr/>
          <p:nvPr/>
        </p:nvSpPr>
        <p:spPr>
          <a:xfrm>
            <a:off x="864000" y="693360"/>
            <a:ext cx="11002680" cy="4462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rgbClr val="f5d76e"/>
                </a:solidFill>
                <a:effectLst/>
                <a:uFillTx/>
                <a:latin typeface="Aptos"/>
              </a:rPr>
              <a:t>Dataset</a:t>
            </a:r>
            <a:r>
              <a:rPr b="1" lang="en-US" sz="2800" strike="noStrike" u="none">
                <a:solidFill>
                  <a:srgbClr val="f5d76e"/>
                </a:solidFill>
                <a:effectLst/>
                <a:uFillTx/>
                <a:latin typeface="Aptos"/>
              </a:rPr>
              <a:t> Overview</a:t>
            </a:r>
            <a:endParaRPr b="0" lang="en-US" sz="28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Dataset Name: Stroke Prediction Dataset (from Kaggle)</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Number of Samples: 5,110 records</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Personal Features:</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Id, gender , age , ever_married , work_type , Residence_type</a:t>
            </a:r>
            <a:endParaRPr b="0" lang="en-US" sz="2400" strike="noStrike" u="none">
              <a:solidFill>
                <a:srgbClr val="ffffff"/>
              </a:solidFill>
              <a:effectLst/>
              <a:uFillTx/>
              <a:latin typeface="Arial"/>
            </a:endParaRPr>
          </a:p>
          <a:p>
            <a:pPr defTabSz="914400">
              <a:lnSpc>
                <a:spcPct val="250000"/>
              </a:lnSpc>
            </a:pPr>
            <a:r>
              <a:rPr b="0" lang="en-US" sz="2400" strike="noStrike" u="none">
                <a:solidFill>
                  <a:schemeClr val="lt1"/>
                </a:solidFill>
                <a:effectLst/>
                <a:uFillTx/>
                <a:latin typeface="Aptos"/>
              </a:rPr>
              <a:t>Clinical &amp; Health-Related Features  :</a:t>
            </a:r>
            <a:endParaRPr b="0" lang="en-US" sz="2400" strike="noStrike" u="none">
              <a:solidFill>
                <a:srgbClr val="ffffff"/>
              </a:solidFill>
              <a:effectLst/>
              <a:uFillTx/>
              <a:latin typeface="Arial"/>
            </a:endParaRPr>
          </a:p>
          <a:p>
            <a:pPr defTabSz="914400">
              <a:lnSpc>
                <a:spcPct val="100000"/>
              </a:lnSpc>
            </a:pPr>
            <a:r>
              <a:rPr b="0" lang="en-US" sz="2400" strike="noStrike" u="none">
                <a:solidFill>
                  <a:schemeClr val="lt1"/>
                </a:solidFill>
                <a:effectLst/>
                <a:uFillTx/>
                <a:latin typeface="Aptos"/>
              </a:rPr>
              <a:t>Hypertension , heart_disease , avg_glucose_level , bmi , smoking_status</a:t>
            </a:r>
            <a:endParaRPr b="0" lang="en-US" sz="2400" strike="noStrike" u="none">
              <a:solidFill>
                <a:srgbClr val="ffffff"/>
              </a:solidFill>
              <a:effectLst/>
              <a:uFillTx/>
              <a:latin typeface="Arial"/>
            </a:endParaRPr>
          </a:p>
          <a:p>
            <a:pPr defTabSz="914400">
              <a:lnSpc>
                <a:spcPct val="100000"/>
              </a:lnSpc>
            </a:pPr>
            <a:r>
              <a:rPr b="0" lang="en-US" sz="2800" strike="noStrike" u="none">
                <a:solidFill>
                  <a:schemeClr val="accent6">
                    <a:lumMod val="40000"/>
                    <a:lumOff val="60000"/>
                  </a:schemeClr>
                </a:solidFill>
                <a:effectLst/>
                <a:uFillTx/>
                <a:latin typeface="Aptos"/>
              </a:rPr>
              <a:t>The target is stroke</a:t>
            </a:r>
            <a:endParaRPr b="0" lang="en-US" sz="2800" strike="noStrike" u="none">
              <a:solidFill>
                <a:srgbClr val="ffffff"/>
              </a:solidFill>
              <a:effectLst/>
              <a:uFillTx/>
              <a:latin typeface="Arial"/>
            </a:endParaRPr>
          </a:p>
        </p:txBody>
      </p:sp>
    </p:spTree>
  </p:cSld>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74" name="TextBox 3"/>
          <p:cNvSpPr/>
          <p:nvPr/>
        </p:nvSpPr>
        <p:spPr>
          <a:xfrm>
            <a:off x="512640" y="683280"/>
            <a:ext cx="11485440" cy="6370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rgbClr val="f5d76e"/>
                </a:solidFill>
                <a:effectLst/>
                <a:uFillTx/>
                <a:latin typeface="Aptos"/>
              </a:rPr>
              <a:t>Exploratory Data Analysis (EDA)</a:t>
            </a:r>
            <a:endParaRPr b="0" lang="en-US" sz="2800" strike="noStrike" u="none">
              <a:solidFill>
                <a:srgbClr val="ffffff"/>
              </a:solidFill>
              <a:effectLst/>
              <a:uFillTx/>
              <a:latin typeface="Arial"/>
            </a:endParaRPr>
          </a:p>
          <a:p>
            <a:pPr defTabSz="914400">
              <a:lnSpc>
                <a:spcPct val="100000"/>
              </a:lnSpc>
            </a:pPr>
            <a:endParaRPr b="0" lang="en-US" sz="28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 The dataset contains health information for stroke prediction</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 There are 201(</a:t>
            </a:r>
            <a:r>
              <a:rPr b="0" lang="en-US" sz="2000" strike="noStrike" u="none">
                <a:solidFill>
                  <a:schemeClr val="lt1"/>
                </a:solidFill>
                <a:effectLst/>
                <a:uFillTx/>
                <a:latin typeface="Aptos"/>
              </a:rPr>
              <a:t>3.93%</a:t>
            </a:r>
            <a:r>
              <a:rPr b="0" lang="en-US" sz="2400" strike="noStrike" u="none">
                <a:solidFill>
                  <a:schemeClr val="lt1"/>
                </a:solidFill>
                <a:effectLst/>
                <a:uFillTx/>
                <a:latin typeface="Aptos"/>
              </a:rPr>
              <a:t>) missing values ​​in the BMI</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 Numerical features include age, glucose level, and BMI</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 Categorical features include gender ,  ever married , heart</a:t>
            </a:r>
            <a:r>
              <a:rPr b="0" lang="en-US" sz="2400" strike="noStrike" u="none">
                <a:solidFill>
                  <a:schemeClr val="lt1"/>
                </a:solidFill>
                <a:effectLst/>
                <a:uFillTx/>
                <a:latin typeface="Aptos"/>
              </a:rPr>
              <a:t> disease , work type, residence type, and smoking status</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 The target variable (stroke) shows significant class imbalance</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 Only 1 record has Gender = "Other" → This single record does not belong to either "Male" or "Female"</a:t>
            </a:r>
            <a:endParaRPr b="0" lang="en-US" sz="2400" strike="noStrike" u="none">
              <a:solidFill>
                <a:srgbClr val="ffffff"/>
              </a:solidFill>
              <a:effectLst/>
              <a:uFillTx/>
              <a:latin typeface="Arial"/>
            </a:endParaRPr>
          </a:p>
          <a:p>
            <a:pPr defTabSz="914400">
              <a:lnSpc>
                <a:spcPct val="150000"/>
              </a:lnSpc>
            </a:pPr>
            <a:endParaRPr b="0" lang="en-US" sz="2400" strike="noStrike" u="none">
              <a:solidFill>
                <a:srgbClr val="ffffff"/>
              </a:solidFill>
              <a:effectLst/>
              <a:uFillTx/>
              <a:latin typeface="Arial"/>
            </a:endParaRPr>
          </a:p>
          <a:p>
            <a:pPr defTabSz="914400">
              <a:lnSpc>
                <a:spcPct val="100000"/>
              </a:lnSpc>
            </a:pPr>
            <a:endParaRPr b="0" lang="en-US"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pic>
        <p:nvPicPr>
          <p:cNvPr id="75" name="Picture 2" descr=""/>
          <p:cNvPicPr/>
          <p:nvPr/>
        </p:nvPicPr>
        <p:blipFill>
          <a:blip r:embed="rId1"/>
          <a:stretch/>
        </p:blipFill>
        <p:spPr>
          <a:xfrm>
            <a:off x="5335560" y="1388880"/>
            <a:ext cx="6312600" cy="4418640"/>
          </a:xfrm>
          <a:prstGeom prst="rect">
            <a:avLst/>
          </a:prstGeom>
          <a:noFill/>
          <a:ln w="0">
            <a:noFill/>
          </a:ln>
        </p:spPr>
      </p:pic>
      <p:sp>
        <p:nvSpPr>
          <p:cNvPr id="76" name="TextBox 4"/>
          <p:cNvSpPr/>
          <p:nvPr/>
        </p:nvSpPr>
        <p:spPr>
          <a:xfrm>
            <a:off x="233280" y="2859840"/>
            <a:ext cx="5101920" cy="1846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400" strike="noStrike" u="none">
                <a:solidFill>
                  <a:schemeClr val="lt1"/>
                </a:solidFill>
                <a:effectLst/>
                <a:uFillTx/>
                <a:latin typeface="Aptos"/>
              </a:rPr>
              <a:t>target Variable Distribution (Stroke)</a:t>
            </a:r>
            <a:endParaRPr b="0" lang="en-US" sz="2400" strike="noStrike" u="none">
              <a:solidFill>
                <a:srgbClr val="ffffff"/>
              </a:solidFill>
              <a:effectLst/>
              <a:uFillTx/>
              <a:latin typeface="Arial"/>
            </a:endParaRPr>
          </a:p>
          <a:p>
            <a:pPr defTabSz="914400">
              <a:lnSpc>
                <a:spcPct val="100000"/>
              </a:lnSpc>
            </a:pPr>
            <a:r>
              <a:rPr b="1" lang="en-US" sz="2400" strike="noStrike" u="none">
                <a:solidFill>
                  <a:schemeClr val="lt1"/>
                </a:solidFill>
                <a:effectLst/>
                <a:uFillTx/>
                <a:latin typeface="Aptos"/>
              </a:rPr>
              <a:t>No Stroke:</a:t>
            </a:r>
            <a:r>
              <a:rPr b="0" lang="en-US" sz="2400" strike="noStrike" u="none">
                <a:solidFill>
                  <a:schemeClr val="lt1"/>
                </a:solidFill>
                <a:effectLst/>
                <a:uFillTx/>
                <a:latin typeface="Aptos"/>
              </a:rPr>
              <a:t> 4,844 cases → </a:t>
            </a:r>
            <a:r>
              <a:rPr b="1" lang="en-US" sz="2400" strike="noStrike" u="none">
                <a:solidFill>
                  <a:schemeClr val="lt1"/>
                </a:solidFill>
                <a:effectLst/>
                <a:uFillTx/>
                <a:latin typeface="Aptos"/>
              </a:rPr>
              <a:t>95.1%</a:t>
            </a:r>
            <a:endParaRPr b="0" lang="en-US" sz="2400" strike="noStrike" u="none">
              <a:solidFill>
                <a:srgbClr val="ffffff"/>
              </a:solidFill>
              <a:effectLst/>
              <a:uFillTx/>
              <a:latin typeface="Arial"/>
            </a:endParaRPr>
          </a:p>
          <a:p>
            <a:pPr defTabSz="914400">
              <a:lnSpc>
                <a:spcPct val="100000"/>
              </a:lnSpc>
            </a:pPr>
            <a:r>
              <a:rPr b="1" lang="en-US" sz="2400" strike="noStrike" u="none">
                <a:solidFill>
                  <a:schemeClr val="lt1"/>
                </a:solidFill>
                <a:effectLst/>
                <a:uFillTx/>
                <a:latin typeface="Aptos"/>
              </a:rPr>
              <a:t>Stroke:</a:t>
            </a:r>
            <a:r>
              <a:rPr b="0" lang="en-US" sz="2400" strike="noStrike" u="none">
                <a:solidFill>
                  <a:schemeClr val="lt1"/>
                </a:solidFill>
                <a:effectLst/>
                <a:uFillTx/>
                <a:latin typeface="Aptos"/>
              </a:rPr>
              <a:t> 249 cases → </a:t>
            </a:r>
            <a:r>
              <a:rPr b="1" lang="en-US" sz="2400" strike="noStrike" u="none">
                <a:solidFill>
                  <a:schemeClr val="lt1"/>
                </a:solidFill>
                <a:effectLst/>
                <a:uFillTx/>
                <a:latin typeface="Aptos"/>
              </a:rPr>
              <a:t>4.9%</a:t>
            </a:r>
            <a:endParaRPr b="0" lang="en-US" sz="2400" strike="noStrike" u="none">
              <a:solidFill>
                <a:srgbClr val="ffffff"/>
              </a:solidFill>
              <a:effectLst/>
              <a:uFillTx/>
              <a:latin typeface="Arial"/>
            </a:endParaRPr>
          </a:p>
          <a:p>
            <a:pPr defTabSz="914400">
              <a:lnSpc>
                <a:spcPct val="100000"/>
              </a:lnSpc>
            </a:pPr>
            <a:endParaRPr b="0" lang="en-US" sz="2400" strike="noStrike" u="none">
              <a:solidFill>
                <a:srgbClr val="ffffff"/>
              </a:solidFill>
              <a:effectLst/>
              <a:uFillTx/>
              <a:latin typeface="Arial"/>
            </a:endParaRPr>
          </a:p>
          <a:p>
            <a:pPr defTabSz="914400">
              <a:lnSpc>
                <a:spcPct val="100000"/>
              </a:lnSpc>
            </a:pP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pic>
        <p:nvPicPr>
          <p:cNvPr id="77" name="Picture 2" descr="A screenshot of a graph&#10;&#10;AI-generated content may be incorrect."/>
          <p:cNvPicPr/>
          <p:nvPr/>
        </p:nvPicPr>
        <p:blipFill>
          <a:blip r:embed="rId1"/>
          <a:stretch/>
        </p:blipFill>
        <p:spPr>
          <a:xfrm>
            <a:off x="380880" y="705600"/>
            <a:ext cx="11429640" cy="5714640"/>
          </a:xfrm>
          <a:prstGeom prst="rect">
            <a:avLst/>
          </a:prstGeom>
          <a:noFill/>
          <a:ln w="0">
            <a:noFill/>
          </a:ln>
        </p:spPr>
      </p:pic>
      <p:sp>
        <p:nvSpPr>
          <p:cNvPr id="78" name="TextBox 3"/>
          <p:cNvSpPr/>
          <p:nvPr/>
        </p:nvSpPr>
        <p:spPr>
          <a:xfrm>
            <a:off x="3758040" y="180720"/>
            <a:ext cx="5018760" cy="768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400" strike="noStrike" u="none">
                <a:solidFill>
                  <a:srgbClr val="f5d76e"/>
                </a:solidFill>
                <a:effectLst/>
                <a:uFillTx/>
                <a:latin typeface="Aptos"/>
              </a:rPr>
              <a:t>Distribution of Numerical Features</a:t>
            </a:r>
            <a:endParaRPr b="0" lang="en-US" sz="2400" strike="noStrike" u="none">
              <a:solidFill>
                <a:srgbClr val="ffffff"/>
              </a:solidFill>
              <a:effectLst/>
              <a:uFillTx/>
              <a:latin typeface="Arial"/>
            </a:endParaRPr>
          </a:p>
          <a:p>
            <a:pPr defTabSz="914400">
              <a:lnSpc>
                <a:spcPct val="100000"/>
              </a:lnSpc>
            </a:pPr>
            <a:endParaRPr b="0" lang="en-US"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pic>
        <p:nvPicPr>
          <p:cNvPr id="79" name="Picture 2" descr="A screenshot of a graph&#10;&#10;AI-generated content may be incorrect."/>
          <p:cNvPicPr/>
          <p:nvPr/>
        </p:nvPicPr>
        <p:blipFill>
          <a:blip r:embed="rId1"/>
          <a:srcRect l="981" t="7106" r="2006" b="31718"/>
          <a:stretch/>
        </p:blipFill>
        <p:spPr>
          <a:xfrm>
            <a:off x="171000" y="603000"/>
            <a:ext cx="11725920" cy="6058800"/>
          </a:xfrm>
          <a:prstGeom prst="rect">
            <a:avLst/>
          </a:prstGeom>
          <a:noFill/>
          <a:ln w="0">
            <a:noFill/>
          </a:ln>
        </p:spPr>
      </p:pic>
      <p:sp>
        <p:nvSpPr>
          <p:cNvPr id="80" name="TextBox 3"/>
          <p:cNvSpPr/>
          <p:nvPr/>
        </p:nvSpPr>
        <p:spPr>
          <a:xfrm>
            <a:off x="3516840" y="115560"/>
            <a:ext cx="5506200" cy="738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400" strike="noStrike" u="none">
                <a:solidFill>
                  <a:srgbClr val="f5d76e"/>
                </a:solidFill>
                <a:effectLst/>
                <a:uFillTx/>
                <a:latin typeface="Aptos"/>
              </a:rPr>
              <a:t>Distribution of Categorical Features</a:t>
            </a:r>
            <a:endParaRPr b="0" lang="en-US" sz="2400" strike="noStrike" u="none">
              <a:solidFill>
                <a:srgbClr val="ffffff"/>
              </a:solidFill>
              <a:effectLst/>
              <a:uFillTx/>
              <a:latin typeface="Arial"/>
            </a:endParaRPr>
          </a:p>
          <a:p>
            <a:pPr defTabSz="914400">
              <a:lnSpc>
                <a:spcPct val="100000"/>
              </a:lnSpc>
            </a:pP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pic>
        <p:nvPicPr>
          <p:cNvPr id="81" name="Picture 2" descr="A graph of stroke levels&#10;&#10;AI-generated content may be incorrect."/>
          <p:cNvPicPr/>
          <p:nvPr/>
        </p:nvPicPr>
        <p:blipFill>
          <a:blip r:embed="rId1"/>
          <a:stretch/>
        </p:blipFill>
        <p:spPr>
          <a:xfrm>
            <a:off x="1356480" y="381600"/>
            <a:ext cx="9294480" cy="3867480"/>
          </a:xfrm>
          <a:prstGeom prst="rect">
            <a:avLst/>
          </a:prstGeom>
          <a:noFill/>
          <a:ln w="0">
            <a:noFill/>
          </a:ln>
        </p:spPr>
      </p:pic>
      <p:sp>
        <p:nvSpPr>
          <p:cNvPr id="82" name="TextBox 3"/>
          <p:cNvSpPr/>
          <p:nvPr/>
        </p:nvSpPr>
        <p:spPr>
          <a:xfrm>
            <a:off x="3362040" y="4352760"/>
            <a:ext cx="5467320" cy="212328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b="0" lang="en-US" sz="2400" strike="noStrike" u="none">
                <a:solidFill>
                  <a:srgbClr val="f5d76e"/>
                </a:solidFill>
                <a:effectLst/>
                <a:uFillTx/>
                <a:latin typeface="Aptos"/>
              </a:rPr>
              <a:t>Key Insight</a:t>
            </a:r>
            <a:r>
              <a:rPr b="0" lang="en-US" sz="2400" strike="noStrike" u="none">
                <a:solidFill>
                  <a:schemeClr val="lt1"/>
                </a:solidFill>
                <a:effectLst/>
                <a:uFillTx/>
                <a:latin typeface="Aptos"/>
              </a:rPr>
              <a:t>: Age is the most important numerical predictor of stroke in this dataset</a:t>
            </a:r>
            <a:endParaRPr b="0" lang="en-US" sz="2400" strike="noStrike" u="none">
              <a:solidFill>
                <a:srgbClr val="ffffff"/>
              </a:solidFill>
              <a:effectLst/>
              <a:uFillTx/>
              <a:latin typeface="Arial"/>
            </a:endParaRPr>
          </a:p>
          <a:p>
            <a:pPr defTabSz="914400">
              <a:lnSpc>
                <a:spcPct val="100000"/>
              </a:lnSpc>
            </a:pPr>
            <a:endParaRPr b="0" lang="en-US" sz="2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83" name="TextBox 1"/>
          <p:cNvSpPr/>
          <p:nvPr/>
        </p:nvSpPr>
        <p:spPr>
          <a:xfrm>
            <a:off x="773640" y="964800"/>
            <a:ext cx="9781560" cy="45475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800" strike="noStrike" u="none">
                <a:solidFill>
                  <a:srgbClr val="f5d76e"/>
                </a:solidFill>
                <a:effectLst/>
                <a:uFillTx/>
                <a:latin typeface="Aptos"/>
              </a:rPr>
              <a:t>Data Cleaning Steps</a:t>
            </a:r>
            <a:endParaRPr b="0" lang="en-US" sz="2800" strike="noStrike" u="none">
              <a:solidFill>
                <a:srgbClr val="ffffff"/>
              </a:solidFill>
              <a:effectLst/>
              <a:uFillTx/>
              <a:latin typeface="Arial"/>
            </a:endParaRPr>
          </a:p>
          <a:p>
            <a:pPr defTabSz="914400">
              <a:lnSpc>
                <a:spcPct val="100000"/>
              </a:lnSpc>
            </a:pPr>
            <a:endParaRPr b="0" lang="en-US" sz="2800" strike="noStrike" u="none">
              <a:solidFill>
                <a:srgbClr val="ffffff"/>
              </a:solidFill>
              <a:effectLst/>
              <a:uFillTx/>
              <a:latin typeface="Arial"/>
            </a:endParaRPr>
          </a:p>
          <a:p>
            <a:pPr marL="343080" indent="-343080" defTabSz="914400">
              <a:lnSpc>
                <a:spcPct val="200000"/>
              </a:lnSpc>
              <a:buClr>
                <a:srgbClr val="ffffff"/>
              </a:buClr>
              <a:buFont typeface="Arial"/>
              <a:buChar char="•"/>
            </a:pPr>
            <a:r>
              <a:rPr b="0" lang="en-US" sz="2400" strike="noStrike" u="none">
                <a:solidFill>
                  <a:schemeClr val="lt1"/>
                </a:solidFill>
                <a:effectLst/>
                <a:uFillTx/>
                <a:latin typeface="Aptos"/>
              </a:rPr>
              <a:t>Removed 1 record with Gender = "Other" (non-informative singleton)</a:t>
            </a:r>
            <a:endParaRPr b="0" lang="en-US" sz="2400" strike="noStrike" u="none">
              <a:solidFill>
                <a:srgbClr val="ffffff"/>
              </a:solidFill>
              <a:effectLst/>
              <a:uFillTx/>
              <a:latin typeface="Arial"/>
            </a:endParaRPr>
          </a:p>
          <a:p>
            <a:pPr marL="343080" indent="-343080" defTabSz="914400">
              <a:lnSpc>
                <a:spcPct val="200000"/>
              </a:lnSpc>
              <a:buClr>
                <a:srgbClr val="ffffff"/>
              </a:buClr>
              <a:buFont typeface="Arial"/>
              <a:buChar char="•"/>
            </a:pPr>
            <a:r>
              <a:rPr b="0" lang="en-US" sz="2400" strike="noStrike" u="none">
                <a:solidFill>
                  <a:schemeClr val="lt1"/>
                </a:solidFill>
                <a:effectLst/>
                <a:uFillTx/>
                <a:latin typeface="Aptos"/>
              </a:rPr>
              <a:t>Dropped medically implausible BMI values (&lt; 12 or &lt;60)</a:t>
            </a:r>
            <a:endParaRPr b="0" lang="en-US" sz="2400" strike="noStrike" u="none">
              <a:solidFill>
                <a:srgbClr val="ffffff"/>
              </a:solidFill>
              <a:effectLst/>
              <a:uFillTx/>
              <a:latin typeface="Arial"/>
            </a:endParaRPr>
          </a:p>
          <a:p>
            <a:pPr marL="343080" indent="-343080" defTabSz="914400">
              <a:lnSpc>
                <a:spcPct val="200000"/>
              </a:lnSpc>
              <a:buClr>
                <a:srgbClr val="ffffff"/>
              </a:buClr>
              <a:buFont typeface="Arial"/>
              <a:buChar char="•"/>
            </a:pPr>
            <a:r>
              <a:rPr b="0" lang="en-US" sz="2400" strike="noStrike" u="none">
                <a:solidFill>
                  <a:schemeClr val="lt1"/>
                </a:solidFill>
                <a:effectLst/>
                <a:uFillTx/>
                <a:latin typeface="Aptos"/>
              </a:rPr>
              <a:t>Imputed 201 missing BMI values using median per age-group &amp; gender</a:t>
            </a:r>
            <a:endParaRPr b="0" lang="en-US" sz="2400" strike="noStrike" u="none">
              <a:solidFill>
                <a:srgbClr val="ffffff"/>
              </a:solidFill>
              <a:effectLst/>
              <a:uFillTx/>
              <a:latin typeface="Arial"/>
            </a:endParaRPr>
          </a:p>
          <a:p>
            <a:pPr marL="343080" indent="-343080" defTabSz="914400">
              <a:lnSpc>
                <a:spcPct val="200000"/>
              </a:lnSpc>
              <a:buClr>
                <a:srgbClr val="ffffff"/>
              </a:buClr>
              <a:buFont typeface="Arial"/>
              <a:buChar char="•"/>
            </a:pPr>
            <a:r>
              <a:rPr b="0" lang="en-US" sz="2400" strike="noStrike" u="none">
                <a:solidFill>
                  <a:schemeClr val="lt1"/>
                </a:solidFill>
                <a:effectLst/>
                <a:uFillTx/>
                <a:latin typeface="Aptos"/>
              </a:rPr>
              <a:t>Removed duplicate records </a:t>
            </a:r>
            <a:endParaRPr b="0" lang="en-US" sz="2400" strike="noStrike" u="none">
              <a:solidFill>
                <a:srgbClr val="ffffff"/>
              </a:solidFill>
              <a:effectLst/>
              <a:uFillTx/>
              <a:latin typeface="Arial"/>
            </a:endParaRPr>
          </a:p>
          <a:p>
            <a:pPr marL="343080" indent="-343080" defTabSz="914400">
              <a:lnSpc>
                <a:spcPct val="200000"/>
              </a:lnSpc>
              <a:buClr>
                <a:srgbClr val="ffffff"/>
              </a:buClr>
              <a:buFont typeface="Arial"/>
              <a:buChar char="•"/>
            </a:pPr>
            <a:r>
              <a:rPr b="0" lang="en-US" sz="2400" strike="noStrike" u="none">
                <a:solidFill>
                  <a:schemeClr val="lt1"/>
                </a:solidFill>
                <a:effectLst/>
                <a:uFillTx/>
                <a:latin typeface="Aptos"/>
              </a:rPr>
              <a:t>Kept all other outliers (medically plausible in stroke patients)</a:t>
            </a:r>
            <a:endParaRPr b="0" lang="en-US" sz="2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84" name="TextBox 1"/>
          <p:cNvSpPr/>
          <p:nvPr/>
        </p:nvSpPr>
        <p:spPr>
          <a:xfrm>
            <a:off x="3727800" y="200880"/>
            <a:ext cx="4746960" cy="399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000" strike="noStrike" u="none">
                <a:solidFill>
                  <a:srgbClr val="f5d76e"/>
                </a:solidFill>
                <a:effectLst/>
                <a:uFillTx/>
                <a:latin typeface="Aptos"/>
              </a:rPr>
              <a:t>Stroke Rate Analysis Across Categories</a:t>
            </a:r>
            <a:endParaRPr b="0" lang="en-US" sz="2000" strike="noStrike" u="none">
              <a:solidFill>
                <a:srgbClr val="ffffff"/>
              </a:solidFill>
              <a:effectLst/>
              <a:uFillTx/>
              <a:latin typeface="Arial"/>
            </a:endParaRPr>
          </a:p>
        </p:txBody>
      </p:sp>
      <p:pic>
        <p:nvPicPr>
          <p:cNvPr id="85" name="Picture 3" descr="A group of red rectangular bars&#10;&#10;AI-generated content may be incorrect."/>
          <p:cNvPicPr/>
          <p:nvPr/>
        </p:nvPicPr>
        <p:blipFill>
          <a:blip r:embed="rId1"/>
          <a:srcRect l="0" t="8863" r="0" b="0"/>
          <a:stretch/>
        </p:blipFill>
        <p:spPr>
          <a:xfrm>
            <a:off x="120960" y="755280"/>
            <a:ext cx="11949840" cy="59011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86" name="TextBox 1"/>
          <p:cNvSpPr/>
          <p:nvPr/>
        </p:nvSpPr>
        <p:spPr>
          <a:xfrm>
            <a:off x="3667680" y="231120"/>
            <a:ext cx="5152320" cy="399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000" strike="noStrike" u="none">
                <a:solidFill>
                  <a:srgbClr val="f5d76e"/>
                </a:solidFill>
                <a:effectLst/>
                <a:uFillTx/>
                <a:latin typeface="Aptos"/>
              </a:rPr>
              <a:t>Age Groups: Patient Count and Stroke Rate</a:t>
            </a:r>
            <a:endParaRPr b="0" lang="en-US" sz="2000" strike="noStrike" u="none">
              <a:solidFill>
                <a:srgbClr val="ffffff"/>
              </a:solidFill>
              <a:effectLst/>
              <a:uFillTx/>
              <a:latin typeface="Arial"/>
            </a:endParaRPr>
          </a:p>
        </p:txBody>
      </p:sp>
      <p:pic>
        <p:nvPicPr>
          <p:cNvPr id="87" name="Picture 3" descr="A graph with a red line going up&#10;&#10;AI-generated content may be incorrect."/>
          <p:cNvPicPr/>
          <p:nvPr/>
        </p:nvPicPr>
        <p:blipFill>
          <a:blip r:embed="rId1"/>
          <a:srcRect l="0" t="8687" r="0" b="3914"/>
          <a:stretch/>
        </p:blipFill>
        <p:spPr>
          <a:xfrm>
            <a:off x="0" y="753480"/>
            <a:ext cx="12191760" cy="57772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88" name="TextBox 1"/>
          <p:cNvSpPr/>
          <p:nvPr/>
        </p:nvSpPr>
        <p:spPr>
          <a:xfrm>
            <a:off x="173880" y="432000"/>
            <a:ext cx="11843640" cy="74170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800" strike="noStrike" u="none">
                <a:solidFill>
                  <a:srgbClr val="f5d76e"/>
                </a:solidFill>
                <a:effectLst/>
                <a:uFillTx/>
                <a:latin typeface="Aptos"/>
              </a:rPr>
              <a:t>Feature Engineering – Added Predictive Power</a:t>
            </a:r>
            <a:endParaRPr b="0" lang="en-US" sz="2800" strike="noStrike" u="none">
              <a:solidFill>
                <a:srgbClr val="ffffff"/>
              </a:solidFill>
              <a:effectLst/>
              <a:uFillTx/>
              <a:latin typeface="Arial"/>
            </a:endParaRPr>
          </a:p>
          <a:p>
            <a:pPr defTabSz="914400">
              <a:lnSpc>
                <a:spcPct val="100000"/>
              </a:lnSpc>
            </a:pPr>
            <a:endParaRPr b="0" lang="en-US" sz="28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New Feature:</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bmi_class → Converted BMI into categories: Underweight, Normal, Overweight, Obese</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glucose_risk → Binned glucose level into: Normal (&lt;140), Prediabetes (140–199),</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      Diabetes (≥200)</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age_bmi_interaction → Interaction term = Age × BMI</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cardiovascular_risk_score →  Combined hypertension + heart_disease</a:t>
            </a:r>
            <a:endParaRPr b="0" lang="en-US" sz="2400" strike="noStrike" u="none">
              <a:solidFill>
                <a:srgbClr val="ffffff"/>
              </a:solidFill>
              <a:effectLst/>
              <a:uFillTx/>
              <a:latin typeface="Arial"/>
            </a:endParaRPr>
          </a:p>
          <a:p>
            <a:pPr defTabSz="914400">
              <a:lnSpc>
                <a:spcPct val="100000"/>
              </a:lnSpc>
            </a:pPr>
            <a:endParaRPr b="0" lang="en-US" sz="20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Result: Created 4 clinically relevant and highly predictive features that improved </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model performance .</a:t>
            </a:r>
            <a:endParaRPr b="0" lang="en-US" sz="2400" strike="noStrike" u="none">
              <a:solidFill>
                <a:srgbClr val="ffffff"/>
              </a:solidFill>
              <a:effectLst/>
              <a:uFillTx/>
              <a:latin typeface="Arial"/>
            </a:endParaRPr>
          </a:p>
          <a:p>
            <a:pPr defTabSz="914400">
              <a:lnSpc>
                <a:spcPct val="100000"/>
              </a:lnSpc>
            </a:pPr>
            <a:endParaRPr b="0" lang="en-US" sz="2400" strike="noStrike" u="none">
              <a:solidFill>
                <a:srgbClr val="ffffff"/>
              </a:solidFill>
              <a:effectLst/>
              <a:uFillTx/>
              <a:latin typeface="Arial"/>
            </a:endParaRPr>
          </a:p>
          <a:p>
            <a:pPr defTabSz="914400">
              <a:lnSpc>
                <a:spcPct val="100000"/>
              </a:lnSpc>
            </a:pPr>
            <a:endParaRPr b="0" lang="en-US" sz="2000" strike="noStrike" u="none">
              <a:solidFill>
                <a:srgbClr val="ffffff"/>
              </a:solidFill>
              <a:effectLst/>
              <a:uFillTx/>
              <a:latin typeface="Arial"/>
            </a:endParaRPr>
          </a:p>
          <a:p>
            <a:pPr defTabSz="914400">
              <a:lnSpc>
                <a:spcPct val="100000"/>
              </a:lnSpc>
            </a:pPr>
            <a:endParaRPr b="0" lang="en-US" sz="2000" strike="noStrike" u="none">
              <a:solidFill>
                <a:srgbClr val="ffffff"/>
              </a:solidFill>
              <a:effectLst/>
              <a:uFillTx/>
              <a:latin typeface="Arial"/>
            </a:endParaRPr>
          </a:p>
          <a:p>
            <a:pPr defTabSz="914400">
              <a:lnSpc>
                <a:spcPct val="100000"/>
              </a:lnSpc>
            </a:pPr>
            <a:endParaRPr b="0" lang="en-US" sz="2000" strike="noStrike" u="none">
              <a:solidFill>
                <a:srgbClr val="ffffff"/>
              </a:solidFill>
              <a:effectLst/>
              <a:uFillTx/>
              <a:latin typeface="Arial"/>
            </a:endParaRPr>
          </a:p>
          <a:p>
            <a:pPr defTabSz="914400">
              <a:lnSpc>
                <a:spcPct val="100000"/>
              </a:lnSpc>
            </a:pPr>
            <a:endParaRPr b="0" lang="en-US"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89" name="TextBox 1"/>
          <p:cNvSpPr/>
          <p:nvPr/>
        </p:nvSpPr>
        <p:spPr>
          <a:xfrm>
            <a:off x="562680" y="683280"/>
            <a:ext cx="11324160" cy="5224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rgbClr val="f5d76e"/>
                </a:solidFill>
                <a:effectLst/>
                <a:uFillTx/>
                <a:latin typeface="Aptos"/>
              </a:rPr>
              <a:t>Final Data Preparation &amp; Train-Test Split</a:t>
            </a:r>
            <a:endParaRPr b="0" lang="en-US" sz="2800" strike="noStrike" u="none">
              <a:solidFill>
                <a:srgbClr val="ffffff"/>
              </a:solidFill>
              <a:effectLst/>
              <a:uFillTx/>
              <a:latin typeface="Arial"/>
            </a:endParaRPr>
          </a:p>
          <a:p>
            <a:pPr marL="343080" indent="-343080" defTabSz="914400">
              <a:lnSpc>
                <a:spcPct val="200000"/>
              </a:lnSpc>
              <a:buClr>
                <a:srgbClr val="ffffff"/>
              </a:buClr>
              <a:buFont typeface="Arial"/>
              <a:buChar char="•"/>
            </a:pPr>
            <a:r>
              <a:rPr b="0" lang="en-US" sz="2400" strike="noStrike" u="none">
                <a:solidFill>
                  <a:schemeClr val="lt1"/>
                </a:solidFill>
                <a:effectLst/>
                <a:uFillTx/>
                <a:latin typeface="Aptos"/>
              </a:rPr>
              <a:t>Features (X) &amp; Target (y) separated</a:t>
            </a:r>
            <a:endParaRPr b="0" lang="en-US" sz="2400" strike="noStrike" u="none">
              <a:solidFill>
                <a:srgbClr val="ffffff"/>
              </a:solidFill>
              <a:effectLst/>
              <a:uFillTx/>
              <a:latin typeface="Arial"/>
            </a:endParaRPr>
          </a:p>
          <a:p>
            <a:pPr marL="343080" indent="-343080" defTabSz="914400">
              <a:lnSpc>
                <a:spcPct val="200000"/>
              </a:lnSpc>
              <a:buClr>
                <a:srgbClr val="ffffff"/>
              </a:buClr>
              <a:buFont typeface="Arial"/>
              <a:buChar char="•"/>
            </a:pPr>
            <a:r>
              <a:rPr b="0" lang="en-US" sz="2400" strike="noStrike" u="none">
                <a:solidFill>
                  <a:schemeClr val="lt1"/>
                </a:solidFill>
                <a:effectLst/>
                <a:uFillTx/>
                <a:latin typeface="Aptos"/>
              </a:rPr>
              <a:t>Train/Test split: 80% Train – 20% Test</a:t>
            </a:r>
            <a:endParaRPr b="0" lang="en-US" sz="2400" strike="noStrike" u="none">
              <a:solidFill>
                <a:srgbClr val="ffffff"/>
              </a:solidFill>
              <a:effectLst/>
              <a:uFillTx/>
              <a:latin typeface="Arial"/>
            </a:endParaRPr>
          </a:p>
          <a:p>
            <a:pPr marL="343080" indent="-343080" defTabSz="914400">
              <a:lnSpc>
                <a:spcPct val="200000"/>
              </a:lnSpc>
              <a:buClr>
                <a:srgbClr val="ffffff"/>
              </a:buClr>
              <a:buFont typeface="Arial"/>
              <a:buChar char="•"/>
            </a:pPr>
            <a:r>
              <a:rPr b="0" lang="en-US" sz="2400" strike="noStrike" u="none">
                <a:solidFill>
                  <a:schemeClr val="lt1"/>
                </a:solidFill>
                <a:effectLst/>
                <a:uFillTx/>
                <a:latin typeface="Aptos"/>
              </a:rPr>
              <a:t>Numerical features standardized using StandardScaler</a:t>
            </a:r>
            <a:endParaRPr b="0" lang="en-US" sz="2400" strike="noStrike" u="none">
              <a:solidFill>
                <a:srgbClr val="ffffff"/>
              </a:solidFill>
              <a:effectLst/>
              <a:uFillTx/>
              <a:latin typeface="Arial"/>
            </a:endParaRPr>
          </a:p>
          <a:p>
            <a:pPr marL="343080" indent="-343080" defTabSz="914400">
              <a:lnSpc>
                <a:spcPct val="200000"/>
              </a:lnSpc>
              <a:buClr>
                <a:srgbClr val="ffffff"/>
              </a:buClr>
              <a:buFont typeface="Arial"/>
              <a:buChar char="•"/>
            </a:pPr>
            <a:r>
              <a:rPr b="0" lang="en-US" sz="2400" strike="noStrike" u="none">
                <a:solidFill>
                  <a:schemeClr val="lt1"/>
                </a:solidFill>
                <a:effectLst/>
                <a:uFillTx/>
                <a:latin typeface="Aptos"/>
              </a:rPr>
              <a:t>Categorical features encoded using One-Hot Encoding</a:t>
            </a:r>
            <a:endParaRPr b="0" lang="en-US" sz="2400" strike="noStrike" u="none">
              <a:solidFill>
                <a:srgbClr val="ffffff"/>
              </a:solidFill>
              <a:effectLst/>
              <a:uFillTx/>
              <a:latin typeface="Arial"/>
            </a:endParaRPr>
          </a:p>
          <a:p>
            <a:pPr defTabSz="914400">
              <a:lnSpc>
                <a:spcPct val="100000"/>
              </a:lnSpc>
            </a:pPr>
            <a:endParaRPr b="0" lang="en-US" sz="2400" strike="noStrike" u="none">
              <a:solidFill>
                <a:srgbClr val="ffffff"/>
              </a:solidFill>
              <a:effectLst/>
              <a:uFillTx/>
              <a:latin typeface="Arial"/>
            </a:endParaRPr>
          </a:p>
          <a:p>
            <a:pPr defTabSz="914400">
              <a:lnSpc>
                <a:spcPct val="200000"/>
              </a:lnSpc>
            </a:pPr>
            <a:r>
              <a:rPr b="0" lang="en-US" sz="2400" strike="noStrike" u="none">
                <a:solidFill>
                  <a:schemeClr val="lt1"/>
                </a:solidFill>
                <a:effectLst/>
                <a:uFillTx/>
                <a:latin typeface="Aptos"/>
              </a:rPr>
              <a:t>Dataset is now fully ready for modeling</a:t>
            </a:r>
            <a:endParaRPr b="0" lang="en-US" sz="2400" strike="noStrike" u="none">
              <a:solidFill>
                <a:srgbClr val="ffffff"/>
              </a:solidFill>
              <a:effectLst/>
              <a:uFillTx/>
              <a:latin typeface="Arial"/>
            </a:endParaRPr>
          </a:p>
          <a:p>
            <a:pPr defTabSz="914400">
              <a:lnSpc>
                <a:spcPct val="200000"/>
              </a:lnSpc>
            </a:pPr>
            <a:endParaRPr b="0" lang="en-US" sz="2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90" name="TextBox 1"/>
          <p:cNvSpPr/>
          <p:nvPr/>
        </p:nvSpPr>
        <p:spPr>
          <a:xfrm>
            <a:off x="452160" y="552600"/>
            <a:ext cx="11344320" cy="5262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rgbClr val="f5d76e"/>
                </a:solidFill>
                <a:effectLst/>
                <a:uFillTx/>
                <a:latin typeface="Aptos"/>
              </a:rPr>
              <a:t>Chosen Model: Logistic Regression</a:t>
            </a:r>
            <a:endParaRPr b="0" lang="en-US" sz="28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1- We selected Logistic Regression with L1 (Lasso) regularization</a:t>
            </a:r>
            <a:endParaRPr b="0" lang="en-US" sz="2400" strike="noStrike" u="none">
              <a:solidFill>
                <a:srgbClr val="ffffff"/>
              </a:solidFill>
              <a:effectLst/>
              <a:uFillTx/>
              <a:latin typeface="Arial"/>
            </a:endParaRPr>
          </a:p>
          <a:p>
            <a:pPr defTabSz="914400">
              <a:lnSpc>
                <a:spcPct val="150000"/>
              </a:lnSpc>
            </a:pPr>
            <a:r>
              <a:rPr b="0" lang="en-US" sz="2400" strike="noStrike" u="none">
                <a:solidFill>
                  <a:schemeClr val="lt1"/>
                </a:solidFill>
                <a:effectLst/>
                <a:uFillTx/>
                <a:latin typeface="Aptos"/>
              </a:rPr>
              <a:t> for the following reasons:</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Highly interpretable (critical for stakeholders &amp; auditing)</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Built-in feature selection → automatically removes irrelevant/noisy features</a:t>
            </a:r>
            <a:endParaRPr b="0" lang="en-US" sz="2400" strike="noStrike" u="none">
              <a:solidFill>
                <a:srgbClr val="ffffff"/>
              </a:solidFill>
              <a:effectLst/>
              <a:uFillTx/>
              <a:latin typeface="Arial"/>
            </a:endParaRPr>
          </a:p>
          <a:p>
            <a:pPr marL="343080" indent="-343080" defTabSz="914400">
              <a:lnSpc>
                <a:spcPct val="150000"/>
              </a:lnSpc>
              <a:buClr>
                <a:srgbClr val="ffffff"/>
              </a:buClr>
              <a:buFont typeface="Arial"/>
              <a:buChar char="•"/>
            </a:pPr>
            <a:r>
              <a:rPr b="0" lang="en-US" sz="2400" strike="noStrike" u="none">
                <a:solidFill>
                  <a:schemeClr val="lt1"/>
                </a:solidFill>
                <a:effectLst/>
                <a:uFillTx/>
                <a:latin typeface="Aptos"/>
              </a:rPr>
              <a:t>Very fast to train and predict (suitable for real-time scoring)</a:t>
            </a:r>
            <a:endParaRPr b="0" lang="en-US" sz="2400" strike="noStrike" u="none">
              <a:solidFill>
                <a:srgbClr val="ffffff"/>
              </a:solidFill>
              <a:effectLst/>
              <a:uFillTx/>
              <a:latin typeface="Arial"/>
            </a:endParaRPr>
          </a:p>
          <a:p>
            <a:pPr defTabSz="914400">
              <a:lnSpc>
                <a:spcPct val="100000"/>
              </a:lnSpc>
            </a:pPr>
            <a:endParaRPr b="0" lang="en-US" sz="2800" strike="noStrike" u="none">
              <a:solidFill>
                <a:srgbClr val="ffffff"/>
              </a:solidFill>
              <a:effectLst/>
              <a:uFillTx/>
              <a:latin typeface="Arial"/>
            </a:endParaRPr>
          </a:p>
          <a:p>
            <a:pPr defTabSz="914400">
              <a:lnSpc>
                <a:spcPct val="100000"/>
              </a:lnSpc>
            </a:pPr>
            <a:r>
              <a:rPr b="0" lang="en-US" sz="2400" strike="noStrike" u="none">
                <a:solidFill>
                  <a:schemeClr val="lt1"/>
                </a:solidFill>
                <a:effectLst/>
                <a:uFillTx/>
                <a:latin typeface="Aptos"/>
              </a:rPr>
              <a:t>2- we used class_weight='balanced'</a:t>
            </a:r>
            <a:endParaRPr b="0" lang="en-US" sz="2400" strike="noStrike" u="none">
              <a:solidFill>
                <a:srgbClr val="ffffff"/>
              </a:solidFill>
              <a:effectLst/>
              <a:uFillTx/>
              <a:latin typeface="Arial"/>
            </a:endParaRPr>
          </a:p>
          <a:p>
            <a:pPr defTabSz="914400">
              <a:lnSpc>
                <a:spcPct val="100000"/>
              </a:lnSpc>
            </a:pPr>
            <a:r>
              <a:rPr b="0" lang="en-US" sz="2400" strike="noStrike" u="none">
                <a:solidFill>
                  <a:schemeClr val="lt1"/>
                </a:solidFill>
                <a:effectLst/>
                <a:uFillTx/>
                <a:latin typeface="Aptos"/>
              </a:rPr>
              <a:t>Our dataset is highly imbalanced – the positive (minority) class represents only </a:t>
            </a:r>
            <a:endParaRPr b="0" lang="en-US" sz="2400" strike="noStrike" u="none">
              <a:solidFill>
                <a:srgbClr val="ffffff"/>
              </a:solidFill>
              <a:effectLst/>
              <a:uFillTx/>
              <a:latin typeface="Arial"/>
            </a:endParaRPr>
          </a:p>
          <a:p>
            <a:pPr defTabSz="914400">
              <a:lnSpc>
                <a:spcPct val="100000"/>
              </a:lnSpc>
            </a:pPr>
            <a:r>
              <a:rPr b="0" lang="en-US" sz="2400" strike="noStrike" u="none">
                <a:solidFill>
                  <a:schemeClr val="lt1"/>
                </a:solidFill>
                <a:effectLst/>
                <a:uFillTx/>
                <a:latin typeface="Aptos"/>
              </a:rPr>
              <a:t>~3–5% of the total samples.</a:t>
            </a:r>
            <a:endParaRPr b="0" lang="en-US" sz="2400" strike="noStrike" u="none">
              <a:solidFill>
                <a:srgbClr val="ffffff"/>
              </a:solidFill>
              <a:effectLst/>
              <a:uFillTx/>
              <a:latin typeface="Arial"/>
            </a:endParaRPr>
          </a:p>
          <a:p>
            <a:pPr defTabSz="914400">
              <a:lnSpc>
                <a:spcPct val="100000"/>
              </a:lnSpc>
            </a:pPr>
            <a:endParaRPr b="0" lang="en-US"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91" name="TextBox 1"/>
          <p:cNvSpPr/>
          <p:nvPr/>
        </p:nvSpPr>
        <p:spPr>
          <a:xfrm>
            <a:off x="1306440" y="-97200"/>
            <a:ext cx="9405000" cy="1538640"/>
          </a:xfrm>
          <a:prstGeom prst="rect">
            <a:avLst/>
          </a:prstGeom>
          <a:noFill/>
          <a:ln w="0">
            <a:noFill/>
          </a:ln>
        </p:spPr>
        <p:style>
          <a:lnRef idx="0"/>
          <a:fillRef idx="0"/>
          <a:effectRef idx="0"/>
          <a:fontRef idx="minor"/>
        </p:style>
        <p:txBody>
          <a:bodyPr lIns="90000" rIns="90000" tIns="45000" bIns="45000" anchor="t">
            <a:spAutoFit/>
          </a:bodyPr>
          <a:p>
            <a:pPr defTabSz="914400">
              <a:lnSpc>
                <a:spcPct val="250000"/>
              </a:lnSpc>
            </a:pPr>
            <a:r>
              <a:rPr b="0" lang="en-US" sz="2800" strike="noStrike" u="none">
                <a:solidFill>
                  <a:srgbClr val="f5d76e"/>
                </a:solidFill>
                <a:effectLst/>
                <a:uFillTx/>
                <a:latin typeface="Aptos"/>
              </a:rPr>
              <a:t>3- Computed Precision-Recall curve To find Best Threshold </a:t>
            </a:r>
            <a:endParaRPr b="0" lang="en-US" sz="2800" strike="noStrike" u="none">
              <a:solidFill>
                <a:srgbClr val="ffffff"/>
              </a:solidFill>
              <a:effectLst/>
              <a:uFillTx/>
              <a:latin typeface="Arial"/>
            </a:endParaRPr>
          </a:p>
          <a:p>
            <a:pPr defTabSz="914400">
              <a:lnSpc>
                <a:spcPct val="100000"/>
              </a:lnSpc>
            </a:pPr>
            <a:r>
              <a:rPr b="0" lang="en-US" sz="2400" strike="noStrike" u="none">
                <a:solidFill>
                  <a:schemeClr val="lt1"/>
                </a:solidFill>
                <a:effectLst/>
                <a:uFillTx/>
                <a:latin typeface="Aptos"/>
              </a:rPr>
              <a:t>	</a:t>
            </a:r>
            <a:endParaRPr b="0" lang="en-US" sz="2400" strike="noStrike" u="none">
              <a:solidFill>
                <a:srgbClr val="ffffff"/>
              </a:solidFill>
              <a:effectLst/>
              <a:uFillTx/>
              <a:latin typeface="Arial"/>
            </a:endParaRPr>
          </a:p>
        </p:txBody>
      </p:sp>
      <p:pic>
        <p:nvPicPr>
          <p:cNvPr id="92" name="Picture 6" descr="A graph and chart with text&#10;&#10;AI-generated content may be incorrect."/>
          <p:cNvPicPr/>
          <p:nvPr/>
        </p:nvPicPr>
        <p:blipFill>
          <a:blip r:embed="rId1"/>
          <a:srcRect l="0" t="0" r="57061" b="0"/>
          <a:stretch/>
        </p:blipFill>
        <p:spPr>
          <a:xfrm>
            <a:off x="1185840" y="1019520"/>
            <a:ext cx="9304560" cy="55648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graphicFrame>
        <p:nvGraphicFramePr>
          <p:cNvPr id="93" name="Table 2"/>
          <p:cNvGraphicFramePr/>
          <p:nvPr/>
        </p:nvGraphicFramePr>
        <p:xfrm>
          <a:off x="1145520" y="1321920"/>
          <a:ext cx="10047960" cy="4213800"/>
        </p:xfrm>
        <a:graphic>
          <a:graphicData uri="http://schemas.openxmlformats.org/drawingml/2006/table">
            <a:tbl>
              <a:tblPr/>
              <a:tblGrid>
                <a:gridCol w="2009520"/>
                <a:gridCol w="2009520"/>
                <a:gridCol w="2009520"/>
                <a:gridCol w="2009520"/>
                <a:gridCol w="2009520"/>
              </a:tblGrid>
              <a:tr h="1053360">
                <a:tc>
                  <a:txBody>
                    <a:bodyPr anchor="t">
                      <a:noAutofit/>
                    </a:bodyPr>
                    <a:p>
                      <a:pPr algn="ctr" defTabSz="914400">
                        <a:lnSpc>
                          <a:spcPct val="250000"/>
                        </a:lnSpc>
                      </a:pPr>
                      <a:endParaRPr b="1" lang="en-US" sz="1800" strike="noStrike" u="none">
                        <a:solidFill>
                          <a:schemeClr val="lt1"/>
                        </a:solidFill>
                        <a:effectLst/>
                        <a:uFillTx/>
                        <a:latin typeface="Aptos"/>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4"/>
                    </a:solidFill>
                  </a:tcPr>
                </a:tc>
                <a:tc>
                  <a:txBody>
                    <a:bodyPr anchor="t">
                      <a:noAutofit/>
                    </a:bodyPr>
                    <a:p>
                      <a:pPr algn="ctr" defTabSz="914400">
                        <a:lnSpc>
                          <a:spcPct val="200000"/>
                        </a:lnSpc>
                      </a:pPr>
                      <a:r>
                        <a:rPr b="1" lang="en-US" sz="2400" strike="noStrike" u="none">
                          <a:solidFill>
                            <a:schemeClr val="lt1"/>
                          </a:solidFill>
                          <a:effectLst/>
                          <a:uFillTx/>
                          <a:latin typeface="Aptos"/>
                        </a:rPr>
                        <a:t>precision</a:t>
                      </a:r>
                      <a:r>
                        <a:rPr b="1" lang="en-US" sz="1800" strike="noStrike" u="none">
                          <a:solidFill>
                            <a:schemeClr val="lt1"/>
                          </a:solidFill>
                          <a:effectLst/>
                          <a:uFillTx/>
                          <a:latin typeface="Aptos"/>
                        </a:rPr>
                        <a:t> </a:t>
                      </a:r>
                      <a:endParaRPr b="0" lang="en-US" sz="18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4"/>
                    </a:solidFill>
                  </a:tcPr>
                </a:tc>
                <a:tc>
                  <a:txBody>
                    <a:bodyPr anchor="t">
                      <a:noAutofit/>
                    </a:bodyPr>
                    <a:p>
                      <a:pPr algn="ctr" defTabSz="914400">
                        <a:lnSpc>
                          <a:spcPct val="200000"/>
                        </a:lnSpc>
                      </a:pPr>
                      <a:r>
                        <a:rPr b="1" lang="en-US" sz="2400" strike="noStrike" u="none">
                          <a:solidFill>
                            <a:schemeClr val="lt1"/>
                          </a:solidFill>
                          <a:effectLst/>
                          <a:uFillTx/>
                          <a:latin typeface="Aptos"/>
                        </a:rPr>
                        <a:t>recall</a:t>
                      </a:r>
                      <a:endParaRPr b="0" lang="en-US" sz="24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4"/>
                    </a:solidFill>
                  </a:tcPr>
                </a:tc>
                <a:tc>
                  <a:txBody>
                    <a:bodyPr anchor="t">
                      <a:noAutofit/>
                    </a:bodyPr>
                    <a:p>
                      <a:pPr algn="ctr" defTabSz="914400">
                        <a:lnSpc>
                          <a:spcPct val="200000"/>
                        </a:lnSpc>
                      </a:pPr>
                      <a:r>
                        <a:rPr b="1" lang="en-US" sz="2400" strike="noStrike" u="none">
                          <a:solidFill>
                            <a:schemeClr val="lt1"/>
                          </a:solidFill>
                          <a:effectLst/>
                          <a:uFillTx/>
                          <a:latin typeface="Aptos"/>
                        </a:rPr>
                        <a:t>f1-score</a:t>
                      </a:r>
                      <a:endParaRPr b="0" lang="en-US" sz="24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4"/>
                    </a:solidFill>
                  </a:tcPr>
                </a:tc>
                <a:tc>
                  <a:txBody>
                    <a:bodyPr anchor="t">
                      <a:noAutofit/>
                    </a:bodyPr>
                    <a:p>
                      <a:pPr algn="ctr" defTabSz="914400">
                        <a:lnSpc>
                          <a:spcPct val="200000"/>
                        </a:lnSpc>
                      </a:pPr>
                      <a:r>
                        <a:rPr b="1" lang="en-US" sz="2400" strike="noStrike" u="none">
                          <a:solidFill>
                            <a:schemeClr val="lt1"/>
                          </a:solidFill>
                          <a:effectLst/>
                          <a:uFillTx/>
                          <a:latin typeface="Aptos"/>
                        </a:rPr>
                        <a:t>support</a:t>
                      </a:r>
                      <a:endParaRPr b="0" lang="en-US" sz="24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4"/>
                    </a:solidFill>
                  </a:tcPr>
                </a:tc>
              </a:tr>
              <a:tr h="1053360">
                <a:tc>
                  <a:txBody>
                    <a:bodyPr anchor="t">
                      <a:noAutofit/>
                    </a:bodyPr>
                    <a:p>
                      <a:pPr algn="ctr" defTabSz="914400">
                        <a:lnSpc>
                          <a:spcPct val="200000"/>
                        </a:lnSpc>
                      </a:pPr>
                      <a:r>
                        <a:rPr b="1" lang="en-US" sz="2400" strike="noStrike" u="none">
                          <a:solidFill>
                            <a:schemeClr val="dk1"/>
                          </a:solidFill>
                          <a:effectLst/>
                          <a:uFillTx/>
                          <a:latin typeface="Aptos"/>
                        </a:rPr>
                        <a:t>0</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0.9895</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0.7802</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0.8725</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969</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r>
              <a:tr h="1053360">
                <a:tc>
                  <a:txBody>
                    <a:bodyPr anchor="t">
                      <a:noAutofit/>
                    </a:bodyPr>
                    <a:p>
                      <a:pPr algn="ctr" defTabSz="914400">
                        <a:lnSpc>
                          <a:spcPct val="200000"/>
                        </a:lnSpc>
                      </a:pPr>
                      <a:r>
                        <a:rPr b="1" lang="en-US" sz="2400" strike="noStrike" u="none">
                          <a:solidFill>
                            <a:schemeClr val="dk1"/>
                          </a:solidFill>
                          <a:effectLst/>
                          <a:uFillTx/>
                          <a:latin typeface="Aptos"/>
                        </a:rPr>
                        <a:t>1</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2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0.1647</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2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0.8400</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2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0.2754</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2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50</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20000"/>
                      </a:schemeClr>
                    </a:solidFill>
                  </a:tcPr>
                </a:tc>
              </a:tr>
              <a:tr h="1053360">
                <a:tc>
                  <a:txBody>
                    <a:bodyPr anchor="t">
                      <a:noAutofit/>
                    </a:bodyPr>
                    <a:p>
                      <a:pPr algn="ctr" defTabSz="914400">
                        <a:lnSpc>
                          <a:spcPct val="200000"/>
                        </a:lnSpc>
                      </a:pPr>
                      <a:r>
                        <a:rPr b="1" lang="en-US" sz="2400" strike="noStrike" u="none">
                          <a:solidFill>
                            <a:schemeClr val="dk1"/>
                          </a:solidFill>
                          <a:effectLst/>
                          <a:uFillTx/>
                          <a:latin typeface="Aptos"/>
                        </a:rPr>
                        <a:t>accuracy</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c>
                  <a:txBody>
                    <a:bodyPr anchor="t">
                      <a:noAutofit/>
                    </a:bodyPr>
                    <a:p>
                      <a:pPr defTabSz="914400">
                        <a:lnSpc>
                          <a:spcPct val="100000"/>
                        </a:lnSpc>
                      </a:pPr>
                      <a:endParaRPr b="0" lang="en-US" sz="1800" strike="noStrike" u="none">
                        <a:solidFill>
                          <a:schemeClr val="dk1"/>
                        </a:solidFill>
                        <a:effectLst/>
                        <a:uFillTx/>
                        <a:latin typeface="Aptos"/>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c>
                  <a:txBody>
                    <a:bodyPr anchor="t">
                      <a:noAutofit/>
                    </a:bodyPr>
                    <a:p>
                      <a:pPr defTabSz="914400">
                        <a:lnSpc>
                          <a:spcPct val="100000"/>
                        </a:lnSpc>
                      </a:pPr>
                      <a:endParaRPr b="0" lang="en-US" sz="1800" strike="noStrike" u="none">
                        <a:solidFill>
                          <a:schemeClr val="dk1"/>
                        </a:solidFill>
                        <a:effectLst/>
                        <a:uFillTx/>
                        <a:latin typeface="Aptos"/>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0.7831</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c>
                  <a:txBody>
                    <a:bodyPr anchor="t">
                      <a:noAutofit/>
                    </a:bodyPr>
                    <a:p>
                      <a:pPr algn="ctr" defTabSz="914400">
                        <a:lnSpc>
                          <a:spcPct val="200000"/>
                        </a:lnSpc>
                      </a:pPr>
                      <a:r>
                        <a:rPr b="0" lang="en-US" sz="2400" strike="noStrike" u="none">
                          <a:solidFill>
                            <a:schemeClr val="dk1"/>
                          </a:solidFill>
                          <a:effectLst/>
                          <a:uFillTx/>
                          <a:latin typeface="Aptos"/>
                        </a:rPr>
                        <a:t>1019</a:t>
                      </a:r>
                      <a:endParaRPr b="0" lang="en-US" sz="2400" strike="noStrike" u="none">
                        <a:solidFill>
                          <a:srgbClr val="000000"/>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4">
                        <a:tint val="40000"/>
                      </a:schemeClr>
                    </a:solidFill>
                  </a:tcPr>
                </a:tc>
              </a:tr>
            </a:tbl>
          </a:graphicData>
        </a:graphic>
      </p:graphicFrame>
      <p:graphicFrame>
        <p:nvGraphicFramePr>
          <p:cNvPr id="94" name="Table 3"/>
          <p:cNvGraphicFramePr/>
          <p:nvPr/>
        </p:nvGraphicFramePr>
        <p:xfrm>
          <a:off x="1145520" y="769680"/>
          <a:ext cx="10047960" cy="574920"/>
        </p:xfrm>
        <a:graphic>
          <a:graphicData uri="http://schemas.openxmlformats.org/drawingml/2006/table">
            <a:tbl>
              <a:tblPr/>
              <a:tblGrid>
                <a:gridCol w="10048320"/>
              </a:tblGrid>
              <a:tr h="370800">
                <a:tc>
                  <a:txBody>
                    <a:bodyPr anchor="t">
                      <a:noAutofit/>
                    </a:bodyPr>
                    <a:p>
                      <a:pPr algn="ctr" defTabSz="914400">
                        <a:lnSpc>
                          <a:spcPct val="100000"/>
                        </a:lnSpc>
                      </a:pPr>
                      <a:r>
                        <a:rPr b="1" lang="en-US" sz="2800" strike="noStrike" u="none">
                          <a:solidFill>
                            <a:schemeClr val="lt1"/>
                          </a:solidFill>
                          <a:effectLst/>
                          <a:uFillTx/>
                          <a:latin typeface="Aptos"/>
                        </a:rPr>
                        <a:t>Logistic Regression (L1 + class_weight='balanced')</a:t>
                      </a:r>
                      <a:endParaRPr b="0" lang="en-US" sz="28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bl>
          </a:graphicData>
        </a:graphic>
      </p:graphicFrame>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pic>
        <p:nvPicPr>
          <p:cNvPr id="95" name="Picture 4" descr=""/>
          <p:cNvPicPr/>
          <p:nvPr/>
        </p:nvPicPr>
        <p:blipFill>
          <a:blip r:embed="rId1"/>
          <a:stretch/>
        </p:blipFill>
        <p:spPr>
          <a:xfrm>
            <a:off x="3058200" y="890280"/>
            <a:ext cx="6226200" cy="507708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pic>
        <p:nvPicPr>
          <p:cNvPr id="96" name="Picture 2" descr="A graph and chart with text&#10;&#10;AI-generated content may be incorrect."/>
          <p:cNvPicPr/>
          <p:nvPr/>
        </p:nvPicPr>
        <p:blipFill>
          <a:blip r:embed="rId1"/>
          <a:srcRect l="42857" t="0" r="0" b="0"/>
          <a:stretch/>
        </p:blipFill>
        <p:spPr>
          <a:xfrm>
            <a:off x="2013840" y="638640"/>
            <a:ext cx="8163720" cy="5882040"/>
          </a:xfrm>
          <a:prstGeom prst="rect">
            <a:avLst/>
          </a:prstGeom>
          <a:noFill/>
          <a:ln w="0">
            <a:noFill/>
          </a:ln>
        </p:spPr>
      </p:pic>
      <p:sp>
        <p:nvSpPr>
          <p:cNvPr id="97" name="TextBox 3"/>
          <p:cNvSpPr/>
          <p:nvPr/>
        </p:nvSpPr>
        <p:spPr>
          <a:xfrm>
            <a:off x="4170960" y="137160"/>
            <a:ext cx="3849840" cy="399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000" strike="noStrike" u="none">
                <a:solidFill>
                  <a:srgbClr val="f5d76e"/>
                </a:solidFill>
                <a:effectLst/>
                <a:uFillTx/>
                <a:latin typeface="Aptos"/>
              </a:rPr>
              <a:t>Top 15 Most Important Features</a:t>
            </a:r>
            <a:endParaRPr b="0" lang="en-US"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98" name="TextBox 2"/>
          <p:cNvSpPr/>
          <p:nvPr/>
        </p:nvSpPr>
        <p:spPr>
          <a:xfrm>
            <a:off x="2260800" y="411840"/>
            <a:ext cx="8417880" cy="9536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800" strike="noStrike" u="none">
                <a:solidFill>
                  <a:srgbClr val="f5d76e"/>
                </a:solidFill>
                <a:effectLst/>
                <a:uFillTx/>
                <a:latin typeface="Aptos"/>
              </a:rPr>
              <a:t>Why Prioritize High Recall Over F1-Score for Stroke</a:t>
            </a:r>
            <a:endParaRPr b="0" lang="en-US" sz="2800" strike="noStrike" u="none">
              <a:solidFill>
                <a:srgbClr val="ffffff"/>
              </a:solidFill>
              <a:effectLst/>
              <a:uFillTx/>
              <a:latin typeface="Arial"/>
            </a:endParaRPr>
          </a:p>
          <a:p>
            <a:pPr defTabSz="914400">
              <a:lnSpc>
                <a:spcPct val="100000"/>
              </a:lnSpc>
            </a:pPr>
            <a:endParaRPr b="0" lang="en-US" sz="2800" strike="noStrike" u="none">
              <a:solidFill>
                <a:srgbClr val="ffffff"/>
              </a:solidFill>
              <a:effectLst/>
              <a:uFillTx/>
              <a:latin typeface="Arial"/>
            </a:endParaRPr>
          </a:p>
        </p:txBody>
      </p:sp>
      <p:sp>
        <p:nvSpPr>
          <p:cNvPr id="99" name="TextBox 3"/>
          <p:cNvSpPr/>
          <p:nvPr/>
        </p:nvSpPr>
        <p:spPr>
          <a:xfrm>
            <a:off x="884160" y="1366200"/>
            <a:ext cx="9465120" cy="458568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ffffff"/>
              </a:buClr>
              <a:buFont typeface="Arial"/>
              <a:buChar char="•"/>
            </a:pPr>
            <a:r>
              <a:rPr b="1" lang="en-US" sz="2400" strike="noStrike" u="none">
                <a:solidFill>
                  <a:schemeClr val="lt1"/>
                </a:solidFill>
                <a:effectLst/>
                <a:uFillTx/>
                <a:latin typeface="Aptos"/>
              </a:rPr>
              <a:t>High Cost of Missing a Stroke (False Negative):</a:t>
            </a:r>
            <a:endParaRPr b="0" lang="en-US" sz="2400" strike="noStrike" u="none">
              <a:solidFill>
                <a:srgbClr val="ffffff"/>
              </a:solidFill>
              <a:effectLst/>
              <a:uFillTx/>
              <a:latin typeface="Arial"/>
            </a:endParaRPr>
          </a:p>
          <a:p>
            <a:pPr defTabSz="914400">
              <a:lnSpc>
                <a:spcPct val="100000"/>
              </a:lnSpc>
            </a:pPr>
            <a:r>
              <a:rPr b="1" lang="en-US" sz="2000" strike="noStrike" u="none">
                <a:solidFill>
                  <a:schemeClr val="lt1"/>
                </a:solidFill>
                <a:effectLst/>
                <a:uFillTx/>
                <a:latin typeface="Aptos"/>
              </a:rPr>
              <a:t>	</a:t>
            </a:r>
            <a:r>
              <a:rPr b="0" lang="en-US" sz="2000" strike="noStrike" u="none">
                <a:solidFill>
                  <a:schemeClr val="lt1"/>
                </a:solidFill>
                <a:effectLst/>
                <a:uFillTx/>
                <a:latin typeface="Aptos"/>
              </a:rPr>
              <a:t>Skipping a real stroke can cause disability or death ,</a:t>
            </a:r>
            <a:endParaRPr b="0" lang="en-US" sz="2000" strike="noStrike" u="none">
              <a:solidFill>
                <a:srgbClr val="ffffff"/>
              </a:solidFill>
              <a:effectLst/>
              <a:uFillTx/>
              <a:latin typeface="Arial"/>
            </a:endParaRPr>
          </a:p>
          <a:p>
            <a:pPr defTabSz="914400">
              <a:lnSpc>
                <a:spcPct val="100000"/>
              </a:lnSpc>
            </a:pPr>
            <a:r>
              <a:rPr b="0" lang="en-US" sz="2000" strike="noStrike" u="none">
                <a:solidFill>
                  <a:schemeClr val="lt1"/>
                </a:solidFill>
                <a:effectLst/>
                <a:uFillTx/>
                <a:latin typeface="Aptos"/>
              </a:rPr>
              <a:t>	</a:t>
            </a:r>
            <a:r>
              <a:rPr b="0" lang="en-US" sz="2000" strike="noStrike" u="none">
                <a:solidFill>
                  <a:schemeClr val="lt1"/>
                </a:solidFill>
                <a:effectLst/>
                <a:uFillTx/>
                <a:latin typeface="Aptos"/>
              </a:rPr>
              <a:t>Early detection (even by 30 minutes) saves lives and reduces damage.</a:t>
            </a:r>
            <a:endParaRPr b="0" lang="en-US" sz="2000" strike="noStrike" u="none">
              <a:solidFill>
                <a:srgbClr val="ffffff"/>
              </a:solidFill>
              <a:effectLst/>
              <a:uFillTx/>
              <a:latin typeface="Arial"/>
            </a:endParaRPr>
          </a:p>
          <a:p>
            <a:pPr marL="343080" indent="-343080" defTabSz="914400">
              <a:lnSpc>
                <a:spcPct val="100000"/>
              </a:lnSpc>
              <a:buClr>
                <a:srgbClr val="ffffff"/>
              </a:buClr>
              <a:buFont typeface="Arial"/>
              <a:buChar char="•"/>
            </a:pPr>
            <a:r>
              <a:rPr b="1" lang="en-US" sz="2400" strike="noStrike" u="none">
                <a:solidFill>
                  <a:schemeClr val="lt1"/>
                </a:solidFill>
                <a:effectLst/>
                <a:uFillTx/>
                <a:latin typeface="Aptos"/>
              </a:rPr>
              <a:t>Low Cost of False Alarm (False Positive):</a:t>
            </a:r>
            <a:endParaRPr b="0" lang="en-US" sz="2400" strike="noStrike" u="none">
              <a:solidFill>
                <a:srgbClr val="ffffff"/>
              </a:solidFill>
              <a:effectLst/>
              <a:uFillTx/>
              <a:latin typeface="Arial"/>
            </a:endParaRPr>
          </a:p>
          <a:p>
            <a:pPr marL="457200" defTabSz="914400">
              <a:lnSpc>
                <a:spcPct val="100000"/>
              </a:lnSpc>
            </a:pPr>
            <a:r>
              <a:rPr b="1" lang="en-US" sz="2400" strike="noStrike" u="none">
                <a:solidFill>
                  <a:schemeClr val="lt1"/>
                </a:solidFill>
                <a:effectLst/>
                <a:uFillTx/>
                <a:latin typeface="Aptos"/>
              </a:rPr>
              <a:t>	</a:t>
            </a:r>
            <a:r>
              <a:rPr b="0" lang="en-US" sz="2000" strike="noStrike" u="none">
                <a:solidFill>
                  <a:schemeClr val="lt1"/>
                </a:solidFill>
                <a:effectLst/>
                <a:uFillTx/>
                <a:latin typeface="Aptos"/>
              </a:rPr>
              <a:t>Predicting stroke when it's not means just extra checks (like CT/MRI) </a:t>
            </a:r>
            <a:endParaRPr b="0" lang="en-US" sz="2000" strike="noStrike" u="none">
              <a:solidFill>
                <a:srgbClr val="ffffff"/>
              </a:solidFill>
              <a:effectLst/>
              <a:uFillTx/>
              <a:latin typeface="Arial"/>
            </a:endParaRPr>
          </a:p>
          <a:p>
            <a:pPr marL="457200" defTabSz="914400">
              <a:lnSpc>
                <a:spcPct val="100000"/>
              </a:lnSpc>
            </a:pPr>
            <a:r>
              <a:rPr b="0" lang="en-US" sz="2000" strike="noStrike" u="none">
                <a:solidFill>
                  <a:schemeClr val="lt1"/>
                </a:solidFill>
                <a:effectLst/>
                <a:uFillTx/>
                <a:latin typeface="Aptos"/>
              </a:rPr>
              <a:t>or monitoring—safe, cheap, and easy to fix.</a:t>
            </a:r>
            <a:endParaRPr b="0" lang="en-US" sz="2000" strike="noStrike" u="none">
              <a:solidFill>
                <a:srgbClr val="ffffff"/>
              </a:solidFill>
              <a:effectLst/>
              <a:uFillTx/>
              <a:latin typeface="Arial"/>
            </a:endParaRPr>
          </a:p>
          <a:p>
            <a:pPr marL="343080" indent="-343080" defTabSz="914400">
              <a:lnSpc>
                <a:spcPct val="100000"/>
              </a:lnSpc>
              <a:buClr>
                <a:srgbClr val="ffffff"/>
              </a:buClr>
              <a:buFont typeface="Arial"/>
              <a:buChar char="•"/>
            </a:pPr>
            <a:r>
              <a:rPr b="1" lang="en-US" sz="2400" strike="noStrike" u="none">
                <a:solidFill>
                  <a:schemeClr val="lt1"/>
                </a:solidFill>
                <a:effectLst/>
                <a:uFillTx/>
                <a:latin typeface="Aptos"/>
              </a:rPr>
              <a:t>Asymmetric Risk in Medicine:</a:t>
            </a:r>
            <a:endParaRPr b="0" lang="en-US" sz="2400" strike="noStrike" u="none">
              <a:solidFill>
                <a:srgbClr val="ffffff"/>
              </a:solidFill>
              <a:effectLst/>
              <a:uFillTx/>
              <a:latin typeface="Arial"/>
            </a:endParaRPr>
          </a:p>
          <a:p>
            <a:pPr defTabSz="914400">
              <a:lnSpc>
                <a:spcPct val="100000"/>
              </a:lnSpc>
            </a:pPr>
            <a:r>
              <a:rPr b="1" lang="en-US" sz="2400" strike="noStrike" u="none">
                <a:solidFill>
                  <a:schemeClr val="lt1"/>
                </a:solidFill>
                <a:effectLst/>
                <a:uFillTx/>
                <a:latin typeface="Aptos"/>
              </a:rPr>
              <a:t>	</a:t>
            </a:r>
            <a:r>
              <a:rPr b="0" lang="en-US" sz="2000" strike="noStrike" u="none">
                <a:solidFill>
                  <a:schemeClr val="lt1"/>
                </a:solidFill>
                <a:effectLst/>
                <a:uFillTx/>
                <a:latin typeface="Aptos"/>
              </a:rPr>
              <a:t>In health alerts (like stroke or fraud), catching positives (Recall) matters more </a:t>
            </a:r>
            <a:r>
              <a:rPr b="0" lang="en-US" sz="2000" strike="noStrike" u="none">
                <a:solidFill>
                  <a:schemeClr val="lt1"/>
                </a:solidFill>
                <a:effectLst/>
                <a:uFillTx/>
                <a:latin typeface="Aptos"/>
              </a:rPr>
              <a:t>	</a:t>
            </a:r>
            <a:r>
              <a:rPr b="0" lang="en-US" sz="2000" strike="noStrike" u="none">
                <a:solidFill>
                  <a:schemeClr val="lt1"/>
                </a:solidFill>
                <a:effectLst/>
                <a:uFillTx/>
                <a:latin typeface="Aptos"/>
              </a:rPr>
              <a:t>than avoiding false alarms (Precision) or balanced F1. WHO and AHA </a:t>
            </a:r>
            <a:r>
              <a:rPr b="0" lang="en-US" sz="2000" strike="noStrike" u="none">
                <a:solidFill>
                  <a:schemeClr val="lt1"/>
                </a:solidFill>
                <a:effectLst/>
                <a:uFillTx/>
                <a:latin typeface="Aptos"/>
              </a:rPr>
              <a:t>	</a:t>
            </a:r>
            <a:r>
              <a:rPr b="0" lang="en-US" sz="2000" strike="noStrike" u="none">
                <a:solidFill>
                  <a:schemeClr val="lt1"/>
                </a:solidFill>
                <a:effectLst/>
                <a:uFillTx/>
                <a:latin typeface="Aptos"/>
              </a:rPr>
              <a:t>guidelines push for Recall ≥80-85%.</a:t>
            </a:r>
            <a:endParaRPr b="0" lang="en-US" sz="2000" strike="noStrike" u="none">
              <a:solidFill>
                <a:srgbClr val="ffffff"/>
              </a:solidFill>
              <a:effectLst/>
              <a:uFillTx/>
              <a:latin typeface="Arial"/>
            </a:endParaRPr>
          </a:p>
          <a:p>
            <a:pPr marL="343080" indent="-343080" defTabSz="914400">
              <a:lnSpc>
                <a:spcPct val="100000"/>
              </a:lnSpc>
              <a:buClr>
                <a:srgbClr val="ffffff"/>
              </a:buClr>
              <a:buFont typeface="Arial"/>
              <a:buChar char="•"/>
            </a:pPr>
            <a:r>
              <a:rPr b="1" lang="en-US" sz="2400" strike="noStrike" u="none">
                <a:solidFill>
                  <a:schemeClr val="lt1"/>
                </a:solidFill>
                <a:effectLst/>
                <a:uFillTx/>
                <a:latin typeface="Aptos"/>
              </a:rPr>
              <a:t>Our Goal:</a:t>
            </a:r>
            <a:endParaRPr b="0" lang="en-US" sz="2400" strike="noStrike" u="none">
              <a:solidFill>
                <a:srgbClr val="ffffff"/>
              </a:solidFill>
              <a:effectLst/>
              <a:uFillTx/>
              <a:latin typeface="Arial"/>
            </a:endParaRPr>
          </a:p>
          <a:p>
            <a:pPr defTabSz="914400">
              <a:lnSpc>
                <a:spcPct val="100000"/>
              </a:lnSpc>
            </a:pPr>
            <a:r>
              <a:rPr b="0" lang="en-US" sz="2000" strike="noStrike" u="none">
                <a:solidFill>
                  <a:schemeClr val="lt1"/>
                </a:solidFill>
                <a:effectLst/>
                <a:uFillTx/>
                <a:latin typeface="Aptos"/>
              </a:rPr>
              <a:t>Hit Recall ≥0.78 first (key requirement), then boost F1 as much as possible—that's exactly our approach.</a:t>
            </a:r>
            <a:endParaRPr b="0" lang="en-US"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100" name="TextBox 1"/>
          <p:cNvSpPr/>
          <p:nvPr/>
        </p:nvSpPr>
        <p:spPr>
          <a:xfrm>
            <a:off x="613080" y="522360"/>
            <a:ext cx="6701760" cy="953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rgbClr val="f5d76e"/>
                </a:solidFill>
                <a:effectLst/>
                <a:uFillTx/>
                <a:latin typeface="Aptos"/>
              </a:rPr>
              <a:t>Experiment Tracking &amp; Model Registry</a:t>
            </a:r>
            <a:endParaRPr b="0" lang="en-US" sz="2800" strike="noStrike" u="none">
              <a:solidFill>
                <a:srgbClr val="ffffff"/>
              </a:solidFill>
              <a:effectLst/>
              <a:uFillTx/>
              <a:latin typeface="Arial"/>
            </a:endParaRPr>
          </a:p>
          <a:p>
            <a:pPr defTabSz="914400">
              <a:lnSpc>
                <a:spcPct val="100000"/>
              </a:lnSpc>
            </a:pPr>
            <a:endParaRPr b="0" lang="en-US" sz="2800" strike="noStrike" u="none">
              <a:solidFill>
                <a:srgbClr val="ffffff"/>
              </a:solidFill>
              <a:effectLst/>
              <a:uFillTx/>
              <a:latin typeface="Arial"/>
            </a:endParaRPr>
          </a:p>
        </p:txBody>
      </p:sp>
      <p:sp>
        <p:nvSpPr>
          <p:cNvPr id="101" name="TextBox 4"/>
          <p:cNvSpPr/>
          <p:nvPr/>
        </p:nvSpPr>
        <p:spPr>
          <a:xfrm>
            <a:off x="613080" y="1351440"/>
            <a:ext cx="9947520" cy="4108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400" strike="noStrike" u="none">
                <a:solidFill>
                  <a:srgbClr val="f5d76e"/>
                </a:solidFill>
                <a:effectLst/>
                <a:uFillTx/>
                <a:latin typeface="Aptos"/>
              </a:rPr>
              <a:t>Experiment Tracking</a:t>
            </a:r>
            <a:endParaRPr b="0" lang="en-US" sz="2400" strike="noStrike" u="none">
              <a:solidFill>
                <a:srgbClr val="ffffff"/>
              </a:solidFill>
              <a:effectLst/>
              <a:uFillTx/>
              <a:latin typeface="Arial"/>
            </a:endParaRPr>
          </a:p>
          <a:p>
            <a:pPr defTabSz="914400">
              <a:lnSpc>
                <a:spcPct val="150000"/>
              </a:lnSpc>
            </a:pPr>
            <a:r>
              <a:rPr b="0" lang="en-US" sz="2000" strike="noStrike" u="none">
                <a:solidFill>
                  <a:schemeClr val="lt1"/>
                </a:solidFill>
                <a:effectLst/>
                <a:uFillTx/>
                <a:latin typeface="Aptos"/>
              </a:rPr>
              <a:t>Logged hyperparameters (epochs, batch size, optimizer).</a:t>
            </a:r>
            <a:endParaRPr b="0" lang="en-US" sz="2000" strike="noStrike" u="none">
              <a:solidFill>
                <a:srgbClr val="ffffff"/>
              </a:solidFill>
              <a:effectLst/>
              <a:uFillTx/>
              <a:latin typeface="Arial"/>
            </a:endParaRPr>
          </a:p>
          <a:p>
            <a:pPr defTabSz="914400">
              <a:lnSpc>
                <a:spcPct val="150000"/>
              </a:lnSpc>
            </a:pPr>
            <a:r>
              <a:rPr b="0" lang="en-US" sz="2000" strike="noStrike" u="none">
                <a:solidFill>
                  <a:schemeClr val="lt1"/>
                </a:solidFill>
                <a:effectLst/>
                <a:uFillTx/>
                <a:latin typeface="Aptos"/>
              </a:rPr>
              <a:t>Logged metrics such as MSE, MAE, RMSE, and R² .</a:t>
            </a:r>
            <a:endParaRPr b="0" lang="en-US" sz="2000" strike="noStrike" u="none">
              <a:solidFill>
                <a:srgbClr val="ffffff"/>
              </a:solidFill>
              <a:effectLst/>
              <a:uFillTx/>
              <a:latin typeface="Arial"/>
            </a:endParaRPr>
          </a:p>
          <a:p>
            <a:pPr defTabSz="914400">
              <a:lnSpc>
                <a:spcPct val="150000"/>
              </a:lnSpc>
            </a:pPr>
            <a:r>
              <a:rPr b="0" lang="en-US" sz="2000" strike="noStrike" u="none">
                <a:solidFill>
                  <a:schemeClr val="lt1"/>
                </a:solidFill>
                <a:effectLst/>
                <a:uFillTx/>
                <a:latin typeface="Aptos"/>
              </a:rPr>
              <a:t>Logged artifacts (plots, text files, reports).</a:t>
            </a:r>
            <a:endParaRPr b="0" lang="en-US" sz="2000" strike="noStrike" u="none">
              <a:solidFill>
                <a:srgbClr val="ffffff"/>
              </a:solidFill>
              <a:effectLst/>
              <a:uFillTx/>
              <a:latin typeface="Arial"/>
            </a:endParaRPr>
          </a:p>
          <a:p>
            <a:pPr defTabSz="914400">
              <a:lnSpc>
                <a:spcPct val="100000"/>
              </a:lnSpc>
            </a:pPr>
            <a:endParaRPr b="0" lang="en-US" sz="2400" strike="noStrike" u="none">
              <a:solidFill>
                <a:srgbClr val="ffffff"/>
              </a:solidFill>
              <a:effectLst/>
              <a:uFillTx/>
              <a:latin typeface="Arial"/>
            </a:endParaRPr>
          </a:p>
          <a:p>
            <a:pPr defTabSz="914400">
              <a:lnSpc>
                <a:spcPct val="100000"/>
              </a:lnSpc>
            </a:pPr>
            <a:r>
              <a:rPr b="1" lang="en-US" sz="2400" strike="noStrike" u="none">
                <a:solidFill>
                  <a:srgbClr val="f5d76e"/>
                </a:solidFill>
                <a:effectLst/>
                <a:uFillTx/>
                <a:latin typeface="Aptos"/>
              </a:rPr>
              <a:t>Model Registry &amp; Versioning</a:t>
            </a:r>
            <a:endParaRPr b="0" lang="en-US" sz="2400" strike="noStrike" u="none">
              <a:solidFill>
                <a:srgbClr val="ffffff"/>
              </a:solidFill>
              <a:effectLst/>
              <a:uFillTx/>
              <a:latin typeface="Arial"/>
            </a:endParaRPr>
          </a:p>
          <a:p>
            <a:pPr defTabSz="914400">
              <a:lnSpc>
                <a:spcPct val="150000"/>
              </a:lnSpc>
            </a:pPr>
            <a:r>
              <a:rPr b="0" lang="en-US" sz="1800" strike="noStrike" u="none">
                <a:solidFill>
                  <a:schemeClr val="lt1"/>
                </a:solidFill>
                <a:effectLst/>
                <a:uFillTx/>
                <a:latin typeface="Aptos"/>
              </a:rPr>
              <a:t>Models were registered in the MLflow Model Registry with descriptive names.</a:t>
            </a:r>
            <a:endParaRPr b="0" lang="en-US" sz="1800" strike="noStrike" u="none">
              <a:solidFill>
                <a:srgbClr val="ffffff"/>
              </a:solidFill>
              <a:effectLst/>
              <a:uFillTx/>
              <a:latin typeface="Arial"/>
            </a:endParaRPr>
          </a:p>
          <a:p>
            <a:pPr defTabSz="914400">
              <a:lnSpc>
                <a:spcPct val="150000"/>
              </a:lnSpc>
            </a:pPr>
            <a:r>
              <a:rPr b="0" lang="en-US" sz="1800" strike="noStrike" u="none">
                <a:solidFill>
                  <a:schemeClr val="lt1"/>
                </a:solidFill>
                <a:effectLst/>
                <a:uFillTx/>
                <a:latin typeface="Aptos"/>
              </a:rPr>
              <a:t>Each training run created a new model version to support reproducibility and rollback.</a:t>
            </a:r>
            <a:endParaRPr b="0" lang="en-US" sz="1800" strike="noStrike" u="none">
              <a:solidFill>
                <a:srgbClr val="ffffff"/>
              </a:solidFill>
              <a:effectLst/>
              <a:uFillTx/>
              <a:latin typeface="Arial"/>
            </a:endParaRPr>
          </a:p>
          <a:p>
            <a:pPr defTabSz="914400">
              <a:lnSpc>
                <a:spcPct val="150000"/>
              </a:lnSpc>
            </a:pPr>
            <a:r>
              <a:rPr b="0" lang="en-US" sz="1800" strike="noStrike" u="none">
                <a:solidFill>
                  <a:schemeClr val="lt1"/>
                </a:solidFill>
                <a:effectLst/>
                <a:uFillTx/>
                <a:latin typeface="Aptos"/>
              </a:rPr>
              <a:t>MLflow automatically inferred model signatures to ensure input/output consistency.</a:t>
            </a:r>
            <a:endParaRPr b="0" lang="en-US" sz="1800" strike="noStrike" u="none">
              <a:solidFill>
                <a:srgbClr val="ffffff"/>
              </a:solidFill>
              <a:effectLst/>
              <a:uFillTx/>
              <a:latin typeface="Arial"/>
            </a:endParaRPr>
          </a:p>
          <a:p>
            <a:pPr defTabSz="914400">
              <a:lnSpc>
                <a:spcPct val="100000"/>
              </a:lnSpc>
            </a:pP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102" name="TextBox 1"/>
          <p:cNvSpPr/>
          <p:nvPr/>
        </p:nvSpPr>
        <p:spPr>
          <a:xfrm>
            <a:off x="613080" y="522360"/>
            <a:ext cx="6701760" cy="522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rgbClr val="f5d76e"/>
                </a:solidFill>
                <a:effectLst/>
                <a:uFillTx/>
                <a:latin typeface="Aptos"/>
              </a:rPr>
              <a:t>Lifecycle Management &amp; Inference</a:t>
            </a:r>
            <a:endParaRPr b="0" lang="en-US" sz="2800" strike="noStrike" u="none">
              <a:solidFill>
                <a:srgbClr val="ffffff"/>
              </a:solidFill>
              <a:effectLst/>
              <a:uFillTx/>
              <a:latin typeface="Arial"/>
            </a:endParaRPr>
          </a:p>
        </p:txBody>
      </p:sp>
      <p:sp>
        <p:nvSpPr>
          <p:cNvPr id="103" name="TextBox 4"/>
          <p:cNvSpPr/>
          <p:nvPr/>
        </p:nvSpPr>
        <p:spPr>
          <a:xfrm>
            <a:off x="613080" y="1351440"/>
            <a:ext cx="9947520" cy="557028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f5d76e"/>
              </a:buClr>
              <a:buFont typeface="Arial"/>
              <a:buChar char="•"/>
            </a:pPr>
            <a:r>
              <a:rPr b="1" lang="en-US" sz="2400" strike="noStrike" u="none">
                <a:solidFill>
                  <a:srgbClr val="f5d76e"/>
                </a:solidFill>
                <a:effectLst/>
                <a:uFillTx/>
                <a:latin typeface="Aptos"/>
              </a:rPr>
              <a:t>Lifecycle Management</a:t>
            </a:r>
            <a:endParaRPr b="0" lang="en-US" sz="2400" strike="noStrike" u="none">
              <a:solidFill>
                <a:srgbClr val="ffffff"/>
              </a:solidFill>
              <a:effectLst/>
              <a:uFillTx/>
              <a:latin typeface="Arial"/>
            </a:endParaRPr>
          </a:p>
          <a:p>
            <a:pPr marL="457200" defTabSz="914400">
              <a:lnSpc>
                <a:spcPct val="150000"/>
              </a:lnSpc>
            </a:pPr>
            <a:r>
              <a:rPr b="0" lang="en-US" sz="2000" strike="noStrike" u="none">
                <a:solidFill>
                  <a:schemeClr val="lt1"/>
                </a:solidFill>
                <a:effectLst/>
                <a:uFillTx/>
                <a:latin typeface="Aptos"/>
              </a:rPr>
              <a:t>Managed model stages using MlflowClient:</a:t>
            </a:r>
            <a:endParaRPr b="0" lang="en-US" sz="2000" strike="noStrike" u="none">
              <a:solidFill>
                <a:srgbClr val="ffffff"/>
              </a:solidFill>
              <a:effectLst/>
              <a:uFillTx/>
              <a:latin typeface="Arial"/>
            </a:endParaRPr>
          </a:p>
          <a:p>
            <a:pPr marL="914400" defTabSz="914400">
              <a:lnSpc>
                <a:spcPct val="150000"/>
              </a:lnSpc>
            </a:pPr>
            <a:r>
              <a:rPr b="0" lang="en-US" sz="2000" strike="noStrike" u="none">
                <a:solidFill>
                  <a:schemeClr val="lt1"/>
                </a:solidFill>
                <a:effectLst/>
                <a:uFillTx/>
                <a:latin typeface="Aptos"/>
              </a:rPr>
              <a:t>None → Staging → Production.</a:t>
            </a:r>
            <a:endParaRPr b="0" lang="en-US" sz="2000" strike="noStrike" u="none">
              <a:solidFill>
                <a:srgbClr val="ffffff"/>
              </a:solidFill>
              <a:effectLst/>
              <a:uFillTx/>
              <a:latin typeface="Arial"/>
            </a:endParaRPr>
          </a:p>
          <a:p>
            <a:pPr marL="457200" defTabSz="914400">
              <a:lnSpc>
                <a:spcPct val="150000"/>
              </a:lnSpc>
            </a:pPr>
            <a:r>
              <a:rPr b="0" lang="en-US" sz="2000" strike="noStrike" u="none">
                <a:solidFill>
                  <a:schemeClr val="lt1"/>
                </a:solidFill>
                <a:effectLst/>
                <a:uFillTx/>
                <a:latin typeface="Aptos"/>
              </a:rPr>
              <a:t>Older production versions were </a:t>
            </a:r>
            <a:r>
              <a:rPr b="1" lang="en-US" sz="2000" strike="noStrike" u="none">
                <a:solidFill>
                  <a:schemeClr val="lt1"/>
                </a:solidFill>
                <a:effectLst/>
                <a:uFillTx/>
                <a:latin typeface="Aptos"/>
              </a:rPr>
              <a:t>automatically archived</a:t>
            </a:r>
            <a:r>
              <a:rPr b="0" lang="en-US" sz="2000" strike="noStrike" u="none">
                <a:solidFill>
                  <a:schemeClr val="lt1"/>
                </a:solidFill>
                <a:effectLst/>
                <a:uFillTx/>
                <a:latin typeface="Aptos"/>
              </a:rPr>
              <a:t> when new versions were promoted.</a:t>
            </a:r>
            <a:endParaRPr b="0" lang="en-US" sz="2000" strike="noStrike" u="none">
              <a:solidFill>
                <a:srgbClr val="ffffff"/>
              </a:solidFill>
              <a:effectLst/>
              <a:uFillTx/>
              <a:latin typeface="Arial"/>
            </a:endParaRPr>
          </a:p>
          <a:p>
            <a:pPr defTabSz="914400">
              <a:lnSpc>
                <a:spcPct val="100000"/>
              </a:lnSpc>
            </a:pPr>
            <a:endParaRPr b="0" lang="en-US" sz="2000" strike="noStrike" u="none">
              <a:solidFill>
                <a:srgbClr val="ffffff"/>
              </a:solidFill>
              <a:effectLst/>
              <a:uFillTx/>
              <a:latin typeface="Arial"/>
            </a:endParaRPr>
          </a:p>
          <a:p>
            <a:pPr marL="343080" indent="-343080" defTabSz="914400">
              <a:lnSpc>
                <a:spcPct val="100000"/>
              </a:lnSpc>
              <a:buClr>
                <a:srgbClr val="f5d76e"/>
              </a:buClr>
              <a:buFont typeface="Arial"/>
              <a:buChar char="•"/>
            </a:pPr>
            <a:r>
              <a:rPr b="1" lang="en-US" sz="2400" strike="noStrike" u="none">
                <a:solidFill>
                  <a:srgbClr val="f5d76e"/>
                </a:solidFill>
                <a:effectLst/>
                <a:uFillTx/>
                <a:latin typeface="Aptos"/>
              </a:rPr>
              <a:t>Inference (Prediction)</a:t>
            </a:r>
            <a:endParaRPr b="0" lang="en-US" sz="2400" strike="noStrike" u="none">
              <a:solidFill>
                <a:srgbClr val="ffffff"/>
              </a:solidFill>
              <a:effectLst/>
              <a:uFillTx/>
              <a:latin typeface="Arial"/>
            </a:endParaRPr>
          </a:p>
          <a:p>
            <a:pPr marL="457200" defTabSz="914400">
              <a:lnSpc>
                <a:spcPct val="150000"/>
              </a:lnSpc>
            </a:pPr>
            <a:r>
              <a:rPr b="0" lang="en-US" sz="2000" strike="noStrike" u="none">
                <a:solidFill>
                  <a:schemeClr val="lt1">
                    <a:lumMod val="95000"/>
                  </a:schemeClr>
                </a:solidFill>
                <a:effectLst/>
                <a:uFillTx/>
                <a:latin typeface="Aptos"/>
              </a:rPr>
              <a:t>Loaded registered models using mlflow.pyfunc.load_model.</a:t>
            </a:r>
            <a:endParaRPr b="0" lang="en-US" sz="2000" strike="noStrike" u="none">
              <a:solidFill>
                <a:srgbClr val="ffffff"/>
              </a:solidFill>
              <a:effectLst/>
              <a:uFillTx/>
              <a:latin typeface="Arial"/>
            </a:endParaRPr>
          </a:p>
          <a:p>
            <a:pPr marL="457200" defTabSz="914400">
              <a:lnSpc>
                <a:spcPct val="150000"/>
              </a:lnSpc>
            </a:pPr>
            <a:r>
              <a:rPr b="0" lang="en-US" sz="2000" strike="noStrike" u="none">
                <a:solidFill>
                  <a:schemeClr val="lt1">
                    <a:lumMod val="95000"/>
                  </a:schemeClr>
                </a:solidFill>
                <a:effectLst/>
                <a:uFillTx/>
                <a:latin typeface="Aptos"/>
              </a:rPr>
              <a:t>Example model URIs:</a:t>
            </a:r>
            <a:endParaRPr b="0" lang="en-US" sz="2000" strike="noStrike" u="none">
              <a:solidFill>
                <a:srgbClr val="ffffff"/>
              </a:solidFill>
              <a:effectLst/>
              <a:uFillTx/>
              <a:latin typeface="Arial"/>
            </a:endParaRPr>
          </a:p>
          <a:p>
            <a:pPr marL="914400" defTabSz="914400">
              <a:lnSpc>
                <a:spcPct val="150000"/>
              </a:lnSpc>
            </a:pPr>
            <a:r>
              <a:rPr b="0" lang="en-US" sz="2000" strike="noStrike" u="none">
                <a:solidFill>
                  <a:schemeClr val="lt1">
                    <a:lumMod val="95000"/>
                  </a:schemeClr>
                </a:solidFill>
                <a:effectLst/>
                <a:uFillTx/>
                <a:latin typeface="Aptos"/>
              </a:rPr>
              <a:t>models:/RandomForestClassifier/latest</a:t>
            </a:r>
            <a:endParaRPr b="0" lang="en-US" sz="2000" strike="noStrike" u="none">
              <a:solidFill>
                <a:srgbClr val="ffffff"/>
              </a:solidFill>
              <a:effectLst/>
              <a:uFillTx/>
              <a:latin typeface="Arial"/>
            </a:endParaRPr>
          </a:p>
          <a:p>
            <a:pPr marL="914400" defTabSz="914400">
              <a:lnSpc>
                <a:spcPct val="150000"/>
              </a:lnSpc>
            </a:pPr>
            <a:r>
              <a:rPr b="0" lang="en-US" sz="2000" strike="noStrike" u="none">
                <a:solidFill>
                  <a:schemeClr val="lt1">
                    <a:lumMod val="95000"/>
                  </a:schemeClr>
                </a:solidFill>
                <a:effectLst/>
                <a:uFillTx/>
                <a:latin typeface="Aptos"/>
              </a:rPr>
              <a:t>models:/RandomForestClassifier/1</a:t>
            </a:r>
            <a:endParaRPr b="0" lang="en-US" sz="2000" strike="noStrike" u="none">
              <a:solidFill>
                <a:srgbClr val="ffffff"/>
              </a:solidFill>
              <a:effectLst/>
              <a:uFillTx/>
              <a:latin typeface="Arial"/>
            </a:endParaRPr>
          </a:p>
          <a:p>
            <a:pPr marL="457200" defTabSz="914400">
              <a:lnSpc>
                <a:spcPct val="150000"/>
              </a:lnSpc>
            </a:pPr>
            <a:r>
              <a:rPr b="0" lang="en-US" sz="2000" strike="noStrike" u="none">
                <a:solidFill>
                  <a:schemeClr val="lt1">
                    <a:lumMod val="95000"/>
                  </a:schemeClr>
                </a:solidFill>
                <a:effectLst/>
                <a:uFillTx/>
                <a:latin typeface="Aptos"/>
              </a:rPr>
              <a:t>Generated predictions on new, unseen data using production models.</a:t>
            </a:r>
            <a:endParaRPr b="0" lang="en-US" sz="2000" strike="noStrike" u="none">
              <a:solidFill>
                <a:srgbClr val="ffffff"/>
              </a:solidFill>
              <a:effectLst/>
              <a:uFillTx/>
              <a:latin typeface="Arial"/>
            </a:endParaRPr>
          </a:p>
          <a:p>
            <a:pPr defTabSz="914400">
              <a:lnSpc>
                <a:spcPct val="100000"/>
              </a:lnSpc>
            </a:pP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d4d"/>
        </a:solidFill>
      </p:bgPr>
    </p:bg>
    <p:spTree>
      <p:nvGrpSpPr>
        <p:cNvPr id="1" name=""/>
        <p:cNvGrpSpPr/>
        <p:nvPr/>
      </p:nvGrpSpPr>
      <p:grpSpPr>
        <a:xfrm>
          <a:off x="0" y="0"/>
          <a:ext cx="0" cy="0"/>
          <a:chOff x="0" y="0"/>
          <a:chExt cx="0" cy="0"/>
        </a:xfrm>
      </p:grpSpPr>
      <p:sp>
        <p:nvSpPr>
          <p:cNvPr id="104" name="TextBox 1"/>
          <p:cNvSpPr/>
          <p:nvPr/>
        </p:nvSpPr>
        <p:spPr>
          <a:xfrm>
            <a:off x="613080" y="522360"/>
            <a:ext cx="6701760" cy="522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rgbClr val="f5d76e"/>
                </a:solidFill>
                <a:effectLst/>
                <a:uFillTx/>
                <a:latin typeface="Aptos"/>
              </a:rPr>
              <a:t>API Deployment (Flask)</a:t>
            </a:r>
            <a:endParaRPr b="0" lang="en-US" sz="2800" strike="noStrike" u="none">
              <a:solidFill>
                <a:srgbClr val="ffffff"/>
              </a:solidFill>
              <a:effectLst/>
              <a:uFillTx/>
              <a:latin typeface="Arial"/>
            </a:endParaRPr>
          </a:p>
        </p:txBody>
      </p:sp>
      <p:sp>
        <p:nvSpPr>
          <p:cNvPr id="105" name="TextBox 4"/>
          <p:cNvSpPr/>
          <p:nvPr/>
        </p:nvSpPr>
        <p:spPr>
          <a:xfrm>
            <a:off x="371880" y="1118160"/>
            <a:ext cx="11515320" cy="505404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200000"/>
              </a:lnSpc>
              <a:buClr>
                <a:srgbClr val="ffffff"/>
              </a:buClr>
              <a:buFont typeface="Arial"/>
              <a:buChar char="•"/>
            </a:pPr>
            <a:r>
              <a:rPr b="0" lang="en-US" sz="2000" strike="noStrike" u="none">
                <a:solidFill>
                  <a:schemeClr val="lt1"/>
                </a:solidFill>
                <a:effectLst/>
                <a:uFillTx/>
                <a:latin typeface="Aptos"/>
              </a:rPr>
              <a:t>Service: Model is exposed via a local Flask REST API.</a:t>
            </a:r>
            <a:endParaRPr b="0" lang="en-US" sz="2000" strike="noStrike" u="none">
              <a:solidFill>
                <a:srgbClr val="ffffff"/>
              </a:solidFill>
              <a:effectLst/>
              <a:uFillTx/>
              <a:latin typeface="Arial"/>
            </a:endParaRPr>
          </a:p>
          <a:p>
            <a:pPr marL="285840" indent="-285840" defTabSz="914400">
              <a:lnSpc>
                <a:spcPct val="200000"/>
              </a:lnSpc>
              <a:buClr>
                <a:srgbClr val="ffffff"/>
              </a:buClr>
              <a:buFont typeface="Arial"/>
              <a:buChar char="•"/>
            </a:pPr>
            <a:r>
              <a:rPr b="0" lang="en-US" sz="2000" strike="noStrike" u="none">
                <a:solidFill>
                  <a:schemeClr val="lt1"/>
                </a:solidFill>
                <a:effectLst/>
                <a:uFillTx/>
                <a:latin typeface="Aptos"/>
              </a:rPr>
              <a:t> Base URL: </a:t>
            </a:r>
            <a:r>
              <a:rPr b="0" lang="en-US" sz="2000" strike="noStrike" u="sng">
                <a:solidFill>
                  <a:srgbClr val="467886"/>
                </a:solidFill>
                <a:effectLst/>
                <a:uFillTx/>
                <a:latin typeface="Aptos"/>
                <a:hlinkClick r:id="rId1"/>
              </a:rPr>
              <a:t>http://</a:t>
            </a:r>
            <a:r>
              <a:rPr b="0" lang="en-US" sz="2000" strike="noStrike" u="sng">
                <a:solidFill>
                  <a:schemeClr val="lt1">
                    <a:lumMod val="95000"/>
                  </a:schemeClr>
                </a:solidFill>
                <a:effectLst/>
                <a:uFillTx/>
                <a:latin typeface="Aptos"/>
                <a:hlinkClick r:id="rId2"/>
              </a:rPr>
              <a:t>127.0.0.1:5000</a:t>
            </a:r>
            <a:endParaRPr b="0" lang="en-US" sz="2000" strike="noStrike" u="none">
              <a:solidFill>
                <a:srgbClr val="ffffff"/>
              </a:solidFill>
              <a:effectLst/>
              <a:uFillTx/>
              <a:latin typeface="Arial"/>
            </a:endParaRPr>
          </a:p>
          <a:p>
            <a:pPr marL="285840" indent="-285840" defTabSz="914400">
              <a:lnSpc>
                <a:spcPct val="200000"/>
              </a:lnSpc>
              <a:buClr>
                <a:srgbClr val="ffffff"/>
              </a:buClr>
              <a:buFont typeface="Arial"/>
              <a:buChar char="•"/>
            </a:pPr>
            <a:r>
              <a:rPr b="0" lang="en-US" sz="2000" strike="noStrike" u="none">
                <a:solidFill>
                  <a:schemeClr val="lt1"/>
                </a:solidFill>
                <a:effectLst/>
                <a:uFillTx/>
                <a:latin typeface="Aptos"/>
              </a:rPr>
              <a:t> Primary Endpoint: /predict (POST)</a:t>
            </a:r>
            <a:endParaRPr b="0" lang="en-US" sz="2000" strike="noStrike" u="none">
              <a:solidFill>
                <a:srgbClr val="ffffff"/>
              </a:solidFill>
              <a:effectLst/>
              <a:uFillTx/>
              <a:latin typeface="Arial"/>
            </a:endParaRPr>
          </a:p>
          <a:p>
            <a:pPr marL="285840" indent="-285840" defTabSz="914400">
              <a:lnSpc>
                <a:spcPct val="200000"/>
              </a:lnSpc>
              <a:buClr>
                <a:srgbClr val="ffffff"/>
              </a:buClr>
              <a:buFont typeface="Arial"/>
              <a:buChar char="•"/>
            </a:pPr>
            <a:r>
              <a:rPr b="0" lang="en-US" sz="2000" strike="noStrike" u="none">
                <a:solidFill>
                  <a:schemeClr val="lt1"/>
                </a:solidFill>
                <a:effectLst/>
                <a:uFillTx/>
                <a:latin typeface="Aptos"/>
              </a:rPr>
              <a:t> Function: Accepts a JSON object containing </a:t>
            </a:r>
            <a:r>
              <a:rPr b="0" lang="en-US" sz="2000" strike="noStrike" u="none">
                <a:solidFill>
                  <a:schemeClr val="lt1"/>
                </a:solidFill>
                <a:effectLst/>
                <a:uFillTx/>
                <a:latin typeface="Aptos"/>
              </a:rPr>
              <a:t> 12 required patient fields (e.g., age, bmi, smoking_status).    </a:t>
            </a:r>
            <a:endParaRPr b="0" lang="en-US" sz="2000" strike="noStrike" u="none">
              <a:solidFill>
                <a:srgbClr val="ffffff"/>
              </a:solidFill>
              <a:effectLst/>
              <a:uFillTx/>
              <a:latin typeface="Arial"/>
            </a:endParaRPr>
          </a:p>
          <a:p>
            <a:pPr marL="285840" indent="-285840" defTabSz="914400">
              <a:lnSpc>
                <a:spcPct val="200000"/>
              </a:lnSpc>
              <a:buClr>
                <a:srgbClr val="ffffff"/>
              </a:buClr>
              <a:buFont typeface="Arial"/>
              <a:buChar char="•"/>
            </a:pPr>
            <a:r>
              <a:rPr b="0" lang="en-US" sz="2000" strike="noStrike" u="none">
                <a:solidFill>
                  <a:schemeClr val="lt1"/>
                </a:solidFill>
                <a:effectLst/>
                <a:uFillTx/>
                <a:latin typeface="Aptos"/>
              </a:rPr>
              <a:t> Output: Returns stroke_probability, final_prediction, and model_decision.</a:t>
            </a:r>
            <a:endParaRPr b="0" lang="en-US" sz="2000" strike="noStrike" u="none">
              <a:solidFill>
                <a:srgbClr val="ffffff"/>
              </a:solidFill>
              <a:effectLst/>
              <a:uFillTx/>
              <a:latin typeface="Arial"/>
            </a:endParaRPr>
          </a:p>
          <a:p>
            <a:pPr marL="285840" indent="-285840" defTabSz="914400">
              <a:lnSpc>
                <a:spcPct val="200000"/>
              </a:lnSpc>
              <a:buClr>
                <a:srgbClr val="ffffff"/>
              </a:buClr>
              <a:buFont typeface="Arial"/>
              <a:buChar char="•"/>
            </a:pPr>
            <a:r>
              <a:rPr b="0" lang="en-US" sz="2000" strike="noStrike" u="none">
                <a:solidFill>
                  <a:schemeClr val="lt1"/>
                </a:solidFill>
                <a:effectLst/>
                <a:uFillTx/>
                <a:latin typeface="Aptos"/>
              </a:rPr>
              <a:t> Note: This API is currently for local testing. Official deployment requires cloud hosting.</a:t>
            </a:r>
            <a:endParaRPr b="0" lang="en-US" sz="2000" strike="noStrike" u="none">
              <a:solidFill>
                <a:srgbClr val="ffffff"/>
              </a:solidFill>
              <a:effectLst/>
              <a:uFillTx/>
              <a:latin typeface="Arial"/>
            </a:endParaRPr>
          </a:p>
          <a:p>
            <a:pPr marL="285840" indent="-285840" defTabSz="914400">
              <a:lnSpc>
                <a:spcPct val="200000"/>
              </a:lnSpc>
              <a:buClr>
                <a:srgbClr val="ffffff"/>
              </a:buClr>
              <a:buFont typeface="Arial"/>
              <a:buChar char="•"/>
            </a:pPr>
            <a:r>
              <a:rPr b="0" lang="en-US" sz="2000" strike="noStrike" u="none">
                <a:solidFill>
                  <a:schemeClr val="lt1"/>
                </a:solidFill>
                <a:effectLst/>
                <a:uFillTx/>
                <a:latin typeface="Aptos"/>
              </a:rPr>
              <a:t> UI: A simple web UI is accessible at the root endpoint (/ - GET) for manual testing.</a:t>
            </a:r>
            <a:endParaRPr b="0" lang="en-US"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837</TotalTime>
  <Application>LibreOffice/25.2.6.2$Linux_X86_64 LibreOffice_project/40d1a0e1d5bdf1afaeae24d9ece32bbb00fa66a4</Application>
  <AppVersion>15.0000</AppVersion>
  <Words>1140</Words>
  <Paragraphs>156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2025-11-21T19:55:23Z</dcterms:created>
  <dc:creator>Mahmoud Ebrahim Gaber Mohamed</dc:creator>
  <dc:description/>
  <dc:language>en-US</dc:language>
  <cp:lastModifiedBy/>
  <dcterms:modified xsi:type="dcterms:W3CDTF">2025-12-12T08:44:47Z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21</vt:i4>
  </property>
  <property fmtid="{D5CDD505-2E9C-101B-9397-08002B2CF9AE}" pid="3" name="PresentationFormat">
    <vt:lpwstr>Widescreen</vt:lpwstr>
  </property>
  <property fmtid="{D5CDD505-2E9C-101B-9397-08002B2CF9AE}" pid="4" name="Slides">
    <vt:i4>23</vt:i4>
  </property>
</Properties>
</file>